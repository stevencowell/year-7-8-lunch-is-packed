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b150e558704b7f" /><Relationship Type="http://schemas.openxmlformats.org/officeDocument/2006/relationships/extended-properties" Target="/docProps/app.xml" Id="R3a536c27359f4df8" /><Relationship Type="http://schemas.openxmlformats.org/officeDocument/2006/relationships/officeDocument" Target="/ppt/presentation.xml" Id="Rc755bca7c9ad48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d54b66260343c9"/>
  </p:sldMasterIdLst>
  <p:notesMasterIdLst>
    <p:notesMasterId xmlns:r="http://schemas.openxmlformats.org/officeDocument/2006/relationships" r:id="R6e3118bc17be4917"/>
  </p:notesMasterIdLst>
  <p:sldIdLst>
    <p:sldId xmlns:r="http://schemas.openxmlformats.org/officeDocument/2006/relationships" id="256" r:id="R48396718769746ff"/>
    <p:sldId xmlns:r="http://schemas.openxmlformats.org/officeDocument/2006/relationships" id="257" r:id="Rc1e75afb3b40475d"/>
    <p:sldId xmlns:r="http://schemas.openxmlformats.org/officeDocument/2006/relationships" id="258" r:id="Rb2e3a3ea88d1467a"/>
    <p:sldId xmlns:r="http://schemas.openxmlformats.org/officeDocument/2006/relationships" id="259" r:id="Ree701bee3f5f4e1e"/>
    <p:sldId xmlns:r="http://schemas.openxmlformats.org/officeDocument/2006/relationships" id="260" r:id="R8f94546fe2a64eea"/>
    <p:sldId xmlns:r="http://schemas.openxmlformats.org/officeDocument/2006/relationships" id="261" r:id="R5ed56cedbb194a10"/>
    <p:sldId xmlns:r="http://schemas.openxmlformats.org/officeDocument/2006/relationships" id="262" r:id="Rf423be1ac9864ef3"/>
    <p:sldId xmlns:r="http://schemas.openxmlformats.org/officeDocument/2006/relationships" id="263" r:id="Rc0ba3947c21b40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facbaa80ac4453" /><Relationship Type="http://schemas.openxmlformats.org/officeDocument/2006/relationships/slideMaster" Target="/ppt/slideMasters/slideMaster1.xml" Id="R72d54b66260343c9" /><Relationship Type="http://schemas.openxmlformats.org/officeDocument/2006/relationships/notesMaster" Target="/ppt/notesMasters/notesMaster1.xml" Id="R6e3118bc17be4917" /><Relationship Type="http://schemas.openxmlformats.org/officeDocument/2006/relationships/presProps" Target="/ppt/presProps.xml" Id="R9367811f40894cd8" /><Relationship Type="http://schemas.openxmlformats.org/officeDocument/2006/relationships/tableStyles" Target="/ppt/tableStyles.xml" Id="R88500a0f89a64254" /><Relationship Type="http://schemas.openxmlformats.org/officeDocument/2006/relationships/slide" Target="/ppt/slides/slide1.xml" Id="R48396718769746ff" /><Relationship Type="http://schemas.openxmlformats.org/officeDocument/2006/relationships/slide" Target="/ppt/slides/slide2.xml" Id="Rc1e75afb3b40475d" /><Relationship Type="http://schemas.openxmlformats.org/officeDocument/2006/relationships/slide" Target="/ppt/slides/slide3.xml" Id="Rb2e3a3ea88d1467a" /><Relationship Type="http://schemas.openxmlformats.org/officeDocument/2006/relationships/slide" Target="/ppt/slides/slide4.xml" Id="Ree701bee3f5f4e1e" /><Relationship Type="http://schemas.openxmlformats.org/officeDocument/2006/relationships/slide" Target="/ppt/slides/slide5.xml" Id="R8f94546fe2a64eea" /><Relationship Type="http://schemas.openxmlformats.org/officeDocument/2006/relationships/slide" Target="/ppt/slides/slide6.xml" Id="R5ed56cedbb194a10" /><Relationship Type="http://schemas.openxmlformats.org/officeDocument/2006/relationships/slide" Target="/ppt/slides/slide7.xml" Id="Rf423be1ac9864ef3" /><Relationship Type="http://schemas.openxmlformats.org/officeDocument/2006/relationships/slide" Target="/ppt/slides/slide8.xml" Id="Rc0ba3947c21b40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73dc2e668c45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f09c6d2e264d6a" /><Relationship Type="http://schemas.openxmlformats.org/officeDocument/2006/relationships/notesMaster" Target="/ppt/notesMasters/notesMaster1.xml" Id="R959fa514d6dc42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c5b54de51747b7" /><Relationship Type="http://schemas.openxmlformats.org/officeDocument/2006/relationships/notesMaster" Target="/ppt/notesMasters/notesMaster1.xml" Id="Rc23cf848e6ad49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f1fa541db94709" /><Relationship Type="http://schemas.openxmlformats.org/officeDocument/2006/relationships/notesMaster" Target="/ppt/notesMasters/notesMaster1.xml" Id="Rb0160caa63934f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4eebdfaa6a4bb0" /><Relationship Type="http://schemas.openxmlformats.org/officeDocument/2006/relationships/notesMaster" Target="/ppt/notesMasters/notesMaster1.xml" Id="R5f4461d8a5894d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0df86a47b948f5" /><Relationship Type="http://schemas.openxmlformats.org/officeDocument/2006/relationships/notesMaster" Target="/ppt/notesMasters/notesMaster1.xml" Id="R133469979cfb49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e6b8bb4c7b4e70" /><Relationship Type="http://schemas.openxmlformats.org/officeDocument/2006/relationships/notesMaster" Target="/ppt/notesMasters/notesMaster1.xml" Id="R5a5485a282b749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e83e3ef3cd4f59" /><Relationship Type="http://schemas.openxmlformats.org/officeDocument/2006/relationships/notesMaster" Target="/ppt/notesMasters/notesMaster1.xml" Id="R15dc7df4f78e49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b2ccbe2c774e2d" /><Relationship Type="http://schemas.openxmlformats.org/officeDocument/2006/relationships/notesMaster" Target="/ppt/notesMasters/notesMaster1.xml" Id="R26efbece385b44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94f33fecfd47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949a144dab4be7" /><Relationship Type="http://schemas.openxmlformats.org/officeDocument/2006/relationships/slideLayout" Target="/ppt/slideLayouts/slideLayout1.xml" Id="R2fe3da0d5ef348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3da0d5ef348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f6ad0c80c4338" /><Relationship Type="http://schemas.openxmlformats.org/officeDocument/2006/relationships/image" Target="/ppt/media/image.png" Id="R62436ad2d4dc4c08" /><Relationship Type="http://schemas.openxmlformats.org/officeDocument/2006/relationships/notesSlide" Target="/ppt/notesSlides/notesSlide1.xml" Id="R1f0b097a3bea4e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587b6d7b44c75" /><Relationship Type="http://schemas.openxmlformats.org/officeDocument/2006/relationships/notesSlide" Target="/ppt/notesSlides/notesSlide2.xml" Id="Ra6b068adb0da43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2da069a0e4594" /><Relationship Type="http://schemas.openxmlformats.org/officeDocument/2006/relationships/notesSlide" Target="/ppt/notesSlides/notesSlide3.xml" Id="R911f1fafe38343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3e33bfb444c1d" /><Relationship Type="http://schemas.openxmlformats.org/officeDocument/2006/relationships/notesSlide" Target="/ppt/notesSlides/notesSlide4.xml" Id="R6e928e6883d541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f74d94dea4a7b" /><Relationship Type="http://schemas.openxmlformats.org/officeDocument/2006/relationships/notesSlide" Target="/ppt/notesSlides/notesSlide5.xml" Id="R9d752e39bbf94f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6466e5ad4b40a3" /><Relationship Type="http://schemas.openxmlformats.org/officeDocument/2006/relationships/notesSlide" Target="/ppt/notesSlides/notesSlide6.xml" Id="R4fee9bb4c0d741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5ad711bb941c0" /><Relationship Type="http://schemas.openxmlformats.org/officeDocument/2006/relationships/notesSlide" Target="/ppt/notesSlides/notesSlide7.xml" Id="R75570185820847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d4d922c344d64" /><Relationship Type="http://schemas.openxmlformats.org/officeDocument/2006/relationships/notesSlide" Target="/ppt/notesSlides/notesSlide8.xml" Id="Rcae6df07a29043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8E279817-7056-4A94-AEA4-9EEBD0EF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36ad2d4dc4c08"/>
          <a:srcRect xmlns:a="http://schemas.openxmlformats.org/drawingml/2006/main" l="30134" t="0" r="301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0BDE2528-23B8-47EE-B92F-D9736D39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6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2ECB4476-9399-4C60-AF99-84EC4F49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Know the sewing machine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3E2528E1-8AAF-4886-AE05-C1822DBF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Identify major parts and explain what each part controls.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EFF68312-26D2-427B-A7E7-7DDBA930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4349577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1B50C42E-3939-4D65-92F8-D02EDC35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8E8EC695-2116-42C5-B693-386B2B8D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C1AB7E5-4490-4FF6-93C0-9A787731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6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A7E009-6C31-4373-BAFF-B220E161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9AB7FB7-7B7C-46C8-862B-408A1D77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E6E9DA7B-6F9D-481E-8217-5BAF7DB9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6212170E-EDB5-466D-9CC9-FEA1EF67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BEBE8E75-F13E-4A9B-8FC3-5CE2F620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6.1 Thread path and stitch-forming parts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DFAC3B2E-06C7-439D-B8FC-2628FA31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05EF30B1-7D7D-4802-A8EA-485CFE55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A75AD538-89FB-4FE8-9691-25179F53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6.2 Holding and moving fabric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515C9FBE-C5E4-431C-A89A-068D0803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6D95305C-DCB5-4325-B045-1DE3D955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58FD6A09-6BDB-4315-ABBE-2BB9842C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6.3 Controls and their purpose</a:t>
            </a:r>
          </a:p>
        </p:txBody>
      </p:sp>
    </p:spTree>
    <p:extLst>
      <p:ext uri="{BB962C8B-B14F-4D97-AF65-F5344CB8AC3E}">
        <p14:creationId xmlns:p14="http://schemas.microsoft.com/office/powerpoint/2010/main" val="456230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692C4529-C1F2-4496-9B09-07CF0095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3EE743DB-E922-4CF8-8C75-AE04D300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2D5DA1F4-3208-444E-BC5D-5A263587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6  ·  SECTION 6.1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F41563-E797-4B99-B4CC-A9D81420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6.1 Thread path and stitch-forming parts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1A041FC-0490-4984-BD8A-31D90AFA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D42C337B-2EC0-41AC-A71E-B4411164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49BF0598-EF37-4B4F-AE58-E92C216D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199AABD5-45DD-4287-9078-3510C6C7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upper thread travels from the spool through guides and tension controls to the needle.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24C69C42-03B2-49C3-A92B-B1AABA26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CFE88C0A-93C8-4B51-9164-148FED9E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161C0090-54BF-4052-9290-7B6A26E8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Below the fabric, the bobbin supplies a second thread.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52822A7-C4DB-4AE6-AD91-FCDC86F9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BFB7AED9-DDC1-4E3D-B201-97EE6589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43817BEC-DE5E-4081-AE22-CDBCF441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machine interlocks the upper and bobbin threads to form a stitch.</a:t>
            </a:r>
          </a:p>
        </p:txBody>
      </p:sp>
    </p:spTree>
    <p:extLst>
      <p:ext uri="{BB962C8B-B14F-4D97-AF65-F5344CB8AC3E}">
        <p14:creationId xmlns:p14="http://schemas.microsoft.com/office/powerpoint/2010/main" val="1185155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BB9AC199-66CF-4E15-BAE5-A78D64D5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3C9BCBB4-EF50-47EE-B957-D0050BD8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7AAEF1D-6E2F-4ED8-B11D-9EFA8C18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6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2162AD-A1E8-4D96-9667-23671F2D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646B766-7886-4A20-8794-B75D2EA1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Describe the upper and lower thread systems.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46755C89-8C2B-4732-99BF-10A704EB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742AE12E-09B0-464A-88A7-43153E19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59E989F1-F925-4F2D-B2FC-5D38BB8E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Explain spool-to-needle and bobbin roles without inventing machine-specific steps.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D2B48EE8-C229-4DFC-983D-9E4898A7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F218A854-AC25-488F-929C-B7DEFDF0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upper thread travels… The bobbin…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532EB300-47B5-458D-8DE4-CE09A95A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4094688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94E70ED4-9008-4028-A1FC-BB5D6A1C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2EB43DB4-4065-49CC-B947-ED99DED0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2E3DBE4A-D539-4FC8-A69A-7F79420A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6  ·  SECTION 6.2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E0B1C9-7C85-4F89-B55E-ADEF35EE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6.2 Holding and moving fabric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6D35CB-EAF6-4A7E-8504-013B2C15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C9FC940D-A20F-4109-B123-2503013A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753457A9-1EDD-400B-84FA-64FBE772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6252707C-FD75-498D-A992-573487D9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presser foot holds fabric against the feed dogs.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E47047F5-ADCE-4B40-B12F-9028E703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85A9BEA2-963C-4DDB-86A3-FF953FFC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C9392330-2A83-47BD-9D2C-F0D51AB0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Feed dogs move the fabric in controlled steps as stitches form.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2DE494D-0AE1-4D01-92D7-9D091650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41768321-BF3F-47F9-8A78-1D77F674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7A9F99C-68E6-4289-ABC6-48A52C39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needle plate supports the fabric and provides an opening for the needle.</a:t>
            </a:r>
          </a:p>
        </p:txBody>
      </p:sp>
    </p:spTree>
    <p:extLst>
      <p:ext uri="{BB962C8B-B14F-4D97-AF65-F5344CB8AC3E}">
        <p14:creationId xmlns:p14="http://schemas.microsoft.com/office/powerpoint/2010/main" val="1757986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BBA72C37-8E0A-41C4-82FC-93A800C5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A69C2657-6226-41E1-871A-85F8BF4D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EBAB03F2-74EB-48F3-B21E-C1544A15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6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73C5E0-5391-4A82-A381-402BC864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7C58C0E-36E7-4A7E-8DE1-76368399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Explain how fabric is held and moved during sewing.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678D6650-95D9-4919-A108-5C2A1418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1FF9A8E5-322C-4EFF-BEFF-3F0AE06E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1CDEBBE5-61DD-464A-86A0-9570BC6E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Name the presser foot, feed dogs and needle plate and describe the student’s role.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4756D277-85EE-432D-9D6F-28B6AE89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B0E2A186-27C1-4745-8BCE-41CF12B5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presser foot… The feed dogs… I will guide…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49FE77B9-711D-4677-AA70-E14113BC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5542816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D4B660B2-A980-445D-8726-5C8A6E11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2185B93D-EB85-47C1-90C4-1B5EC070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5B96F69-AEC4-4565-8D14-1FBBDB45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6  ·  SECTION 6.3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AF259D-C839-4F8C-A6F6-5B96EF1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6.3 Controls and their purpose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E22AB5D-B2A8-4CE4-ABD2-0BEFDC2F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2E7BE680-8DB7-4E52-B282-9916599C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53B41CF5-5CD3-4C92-AEBF-6DEE951D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63E2325A-8297-4A42-853A-851D3308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Common controls may include a handwheel, presser-foot lifter, reverse control, stitch selector, stitch-length control and speed control.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20A1ECD1-A22D-4BEB-B798-A6CCCA7C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13410E02-A60D-49E4-8D27-4E204CD2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73590187-837F-4A7F-AB96-ACD8180E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Their exact position and operation depend on the machine model.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3FF1575B-DB89-422B-849B-881B751C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A62C9D9C-80A7-427D-8E54-4B1F9B58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D79D93EB-2F22-4B97-B729-11BA7DEC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Part numbers, settings and the approved starting configuration are Teacher to confirm from the classroom machine and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14209190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C04EFF0F-28E5-470A-B51E-369F36B4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FEAB83E6-1B6C-4FAA-99AF-8EA3F3C0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6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46548AE-450E-4EC3-9E4B-498A26F6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71E0EC5C-2DD2-4A31-ACF5-39B638C0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Project Activity 6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19803F67-0282-4ED6-A575-286F93EF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18834137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2026-08-11T11:10:37.1460000Z</dcterms:created>
  <dcterms:modified xsi:type="dcterms:W3CDTF">2026-08-11T11:10:37.1460000Z</dcterms:modified>
</coreProperties>
</file>