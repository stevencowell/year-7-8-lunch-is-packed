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79a5b1dde4483a" /><Relationship Type="http://schemas.openxmlformats.org/officeDocument/2006/relationships/extended-properties" Target="/docProps/app.xml" Id="Rea7154341e8f4aba" /><Relationship Type="http://schemas.openxmlformats.org/officeDocument/2006/relationships/officeDocument" Target="/ppt/presentation.xml" Id="R5a748dff345d44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bea5c42bad41bf"/>
  </p:sldMasterIdLst>
  <p:notesMasterIdLst>
    <p:notesMasterId xmlns:r="http://schemas.openxmlformats.org/officeDocument/2006/relationships" r:id="R117995b8c2364c9a"/>
  </p:notesMasterIdLst>
  <p:sldIdLst>
    <p:sldId xmlns:r="http://schemas.openxmlformats.org/officeDocument/2006/relationships" id="256" r:id="R115c277ed8ce4ba6"/>
    <p:sldId xmlns:r="http://schemas.openxmlformats.org/officeDocument/2006/relationships" id="257" r:id="R33bc94816b6a4778"/>
    <p:sldId xmlns:r="http://schemas.openxmlformats.org/officeDocument/2006/relationships" id="258" r:id="Rdf5dd79703444a41"/>
    <p:sldId xmlns:r="http://schemas.openxmlformats.org/officeDocument/2006/relationships" id="259" r:id="R232a57eb4ba74f12"/>
    <p:sldId xmlns:r="http://schemas.openxmlformats.org/officeDocument/2006/relationships" id="260" r:id="Rea92f9f8064e4544"/>
    <p:sldId xmlns:r="http://schemas.openxmlformats.org/officeDocument/2006/relationships" id="261" r:id="R76bd1043d95741f2"/>
    <p:sldId xmlns:r="http://schemas.openxmlformats.org/officeDocument/2006/relationships" id="262" r:id="R1152f8e4e7b64574"/>
    <p:sldId xmlns:r="http://schemas.openxmlformats.org/officeDocument/2006/relationships" id="263" r:id="R5c33ec77104f48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2a1b0eb63e4b32" /><Relationship Type="http://schemas.openxmlformats.org/officeDocument/2006/relationships/slideMaster" Target="/ppt/slideMasters/slideMaster1.xml" Id="R90bea5c42bad41bf" /><Relationship Type="http://schemas.openxmlformats.org/officeDocument/2006/relationships/notesMaster" Target="/ppt/notesMasters/notesMaster1.xml" Id="R117995b8c2364c9a" /><Relationship Type="http://schemas.openxmlformats.org/officeDocument/2006/relationships/presProps" Target="/ppt/presProps.xml" Id="R4daa8f6977c54ef9" /><Relationship Type="http://schemas.openxmlformats.org/officeDocument/2006/relationships/tableStyles" Target="/ppt/tableStyles.xml" Id="Rec735da10a6845c8" /><Relationship Type="http://schemas.openxmlformats.org/officeDocument/2006/relationships/slide" Target="/ppt/slides/slide1.xml" Id="R115c277ed8ce4ba6" /><Relationship Type="http://schemas.openxmlformats.org/officeDocument/2006/relationships/slide" Target="/ppt/slides/slide2.xml" Id="R33bc94816b6a4778" /><Relationship Type="http://schemas.openxmlformats.org/officeDocument/2006/relationships/slide" Target="/ppt/slides/slide3.xml" Id="Rdf5dd79703444a41" /><Relationship Type="http://schemas.openxmlformats.org/officeDocument/2006/relationships/slide" Target="/ppt/slides/slide4.xml" Id="R232a57eb4ba74f12" /><Relationship Type="http://schemas.openxmlformats.org/officeDocument/2006/relationships/slide" Target="/ppt/slides/slide5.xml" Id="Rea92f9f8064e4544" /><Relationship Type="http://schemas.openxmlformats.org/officeDocument/2006/relationships/slide" Target="/ppt/slides/slide6.xml" Id="R76bd1043d95741f2" /><Relationship Type="http://schemas.openxmlformats.org/officeDocument/2006/relationships/slide" Target="/ppt/slides/slide7.xml" Id="R1152f8e4e7b64574" /><Relationship Type="http://schemas.openxmlformats.org/officeDocument/2006/relationships/slide" Target="/ppt/slides/slide8.xml" Id="R5c33ec77104f48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3e937ec45945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11765f18494d1c" /><Relationship Type="http://schemas.openxmlformats.org/officeDocument/2006/relationships/notesMaster" Target="/ppt/notesMasters/notesMaster1.xml" Id="Rf95e3a8dcc2e4f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fa2da881e3454f" /><Relationship Type="http://schemas.openxmlformats.org/officeDocument/2006/relationships/notesMaster" Target="/ppt/notesMasters/notesMaster1.xml" Id="Rdf99d55a1ec74e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0e164254a54393" /><Relationship Type="http://schemas.openxmlformats.org/officeDocument/2006/relationships/notesMaster" Target="/ppt/notesMasters/notesMaster1.xml" Id="R497ca0ea83ea46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1b38e149ed4716" /><Relationship Type="http://schemas.openxmlformats.org/officeDocument/2006/relationships/notesMaster" Target="/ppt/notesMasters/notesMaster1.xml" Id="R50b87dd77ea54a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a49d578fa4e4236" /><Relationship Type="http://schemas.openxmlformats.org/officeDocument/2006/relationships/notesMaster" Target="/ppt/notesMasters/notesMaster1.xml" Id="R43aae248dd0b47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96673e40eb4be7" /><Relationship Type="http://schemas.openxmlformats.org/officeDocument/2006/relationships/notesMaster" Target="/ppt/notesMasters/notesMaster1.xml" Id="R8a38eee6c87341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2609a953ec46b8" /><Relationship Type="http://schemas.openxmlformats.org/officeDocument/2006/relationships/notesMaster" Target="/ppt/notesMasters/notesMaster1.xml" Id="R31f1c25426a44d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e24be541cce4365" /><Relationship Type="http://schemas.openxmlformats.org/officeDocument/2006/relationships/notesMaster" Target="/ppt/notesMasters/notesMaster1.xml" Id="R7e69353f42f442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connecting this module to the student project and current teacher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Students should write their own response. The website provides steps and an appropriate response example without revealing quiz answers.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website module and project activity for the interactive evidence tasks.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Lunch Is Packed authorised Classroom and Drive teaching sequence, inspected 11 August 2026.</a:t>
            </a:r>
          </a:p>
          <a:p xmlns:a="http://schemas.openxmlformats.org/drawingml/2006/main">
            <a:r>
              <a:t>- NSW Education Standards Authority, Technology 7–8 (2023): https://curriculum.nsw.edu.au/learning-areas/tas/technology-7-8-2023/overview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52290195284c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dec284478f4322" /><Relationship Type="http://schemas.openxmlformats.org/officeDocument/2006/relationships/slideLayout" Target="/ppt/slideLayouts/slideLayout1.xml" Id="R71af096a133640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af096a133640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7cdd22c9c4fde" /><Relationship Type="http://schemas.openxmlformats.org/officeDocument/2006/relationships/image" Target="/ppt/media/image.png" Id="R9c2fdad1f2984515" /><Relationship Type="http://schemas.openxmlformats.org/officeDocument/2006/relationships/notesSlide" Target="/ppt/notesSlides/notesSlide1.xml" Id="R31eef76fb48749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6e1983b67e4d8b" /><Relationship Type="http://schemas.openxmlformats.org/officeDocument/2006/relationships/notesSlide" Target="/ppt/notesSlides/notesSlide2.xml" Id="Rc030ea65553849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8aac4f39e4d57" /><Relationship Type="http://schemas.openxmlformats.org/officeDocument/2006/relationships/notesSlide" Target="/ppt/notesSlides/notesSlide3.xml" Id="R80a2b386bb95435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487d9d33b94653" /><Relationship Type="http://schemas.openxmlformats.org/officeDocument/2006/relationships/notesSlide" Target="/ppt/notesSlides/notesSlide4.xml" Id="R91078f7bda7649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06c99a3924e6b" /><Relationship Type="http://schemas.openxmlformats.org/officeDocument/2006/relationships/notesSlide" Target="/ppt/notesSlides/notesSlide5.xml" Id="Rd19608df567d45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b11891fe184ad9" /><Relationship Type="http://schemas.openxmlformats.org/officeDocument/2006/relationships/notesSlide" Target="/ppt/notesSlides/notesSlide6.xml" Id="R5ceca17b74f449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929040ee39412d" /><Relationship Type="http://schemas.openxmlformats.org/officeDocument/2006/relationships/notesSlide" Target="/ppt/notesSlides/notesSlide7.xml" Id="R5d5683bb959144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5c730126994c6b" /><Relationship Type="http://schemas.openxmlformats.org/officeDocument/2006/relationships/notesSlide" Target="/ppt/notesSlides/notesSlide8.xml" Id="R69d45ed3b0244f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plane">
            <a:extLst xmlns:a="http://schemas.openxmlformats.org/drawingml/2006/main">
              <a:ext uri="{FF2B5EF4-FFF2-40B4-BE49-F238E27FC236}">
                <a16:creationId xmlns:a16="http://schemas.microsoft.com/office/drawing/2014/main" id="{6D0B8972-7E60-46E3-A352-B4BB49C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239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4C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2fdad1f2984515"/>
          <a:srcRect xmlns:a="http://schemas.openxmlformats.org/drawingml/2006/main" l="30134" t="0" r="301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module-kicker">
            <a:extLst xmlns:a="http://schemas.openxmlformats.org/drawingml/2006/main">
              <a:ext uri="{FF2B5EF4-FFF2-40B4-BE49-F238E27FC236}">
                <a16:creationId xmlns:a16="http://schemas.microsoft.com/office/drawing/2014/main" id="{24C7F513-3929-4B83-8561-9F737A7F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495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9 OF 10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B8965CAA-9561-47B9-8F47-B5213A50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56197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Plan and construct</a:t>
            </a:r>
          </a:p>
        </p:txBody>
      </p:sp>
      <p:sp>
        <p:nvSpPr>
          <p:cNvPr id="5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606144C7-5993-430C-B274-63AD4D27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5429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E6F2EF"/>
                </a:solidFill>
              </a:defRPr>
            </a:pPr>
            <a:r>
              <a:rPr sz="1875" b="0">
                <a:solidFill>
                  <a:srgbClr val="E6F2EF"/>
                </a:solidFill>
              </a:rPr>
              <a:t>Sequence production, control quality and record real progress.</a:t>
            </a:r>
          </a:p>
        </p:txBody>
      </p:sp>
      <p:sp>
        <p:nvSpPr>
          <p:cNvPr id="6" name="deck-footer">
            <a:extLst xmlns:a="http://schemas.openxmlformats.org/drawingml/2006/main">
              <a:ext uri="{FF2B5EF4-FFF2-40B4-BE49-F238E27FC236}">
                <a16:creationId xmlns:a16="http://schemas.microsoft.com/office/drawing/2014/main" id="{278316AB-3E08-4B9A-96B7-A66FCD76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61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FD9D6"/>
                </a:solidFill>
              </a:defRPr>
            </a:pPr>
            <a:r>
              <a:rPr sz="1200" b="0">
                <a:solidFill>
                  <a:srgbClr val="BFD9D6"/>
                </a:solidFill>
              </a:rPr>
              <a:t>Year 7/8 Technology Mandatory · Student learning presentation</a:t>
            </a:r>
          </a:p>
        </p:txBody>
      </p:sp>
    </p:spTree>
    <p:extLst>
      <p:ext uri="{BB962C8B-B14F-4D97-AF65-F5344CB8AC3E}">
        <p14:creationId xmlns:p14="http://schemas.microsoft.com/office/powerpoint/2010/main" val="17866387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FC6153B6-1E5B-4FF9-A21B-AD093E0E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6A1673E6-5CEE-4D46-A38F-0E1580E8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749FC6A-81CE-41DD-AB45-3B4B764B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9  ·  LEARNING PATH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274A1C1-D51B-4949-9594-B5D887A2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Three ideas build one design decision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9B6D6B5-51DD-4A59-B6E6-6D51259E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Read, notice, explain and apply each section in order.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FB4EBE5A-F472-4479-B7C2-B8162775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A4EED974-20E8-444B-B84D-B168DB91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96BA651E-48E6-41B9-A900-24FB948E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9.1 Prepare resources and a workplan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8D2C2A6B-6805-41AD-8DD2-FC63BD79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9185CBEF-2378-41D0-B2CD-1E522266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E22A8A52-D8D4-4C15-B1B7-6CD6C0A0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9.2 Accuracy during construction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659AD35E-EF23-4AC6-9F83-41C3686F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C40B71D3-5F4D-426A-9BC7-ECE2C237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DECB29A6-1DFE-45AB-A1BE-B1C2623B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9.3 Quality control and evidence</a:t>
            </a:r>
          </a:p>
        </p:txBody>
      </p:sp>
    </p:spTree>
    <p:extLst>
      <p:ext uri="{BB962C8B-B14F-4D97-AF65-F5344CB8AC3E}">
        <p14:creationId xmlns:p14="http://schemas.microsoft.com/office/powerpoint/2010/main" val="1244972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73499CE0-2FD1-4257-B79F-87024F7C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90E3F264-F509-4667-8D32-930A61FCA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040957D8-FB7F-488C-929A-3448674F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9  ·  SECTION 9.1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98238B-9CF6-43F3-ACAC-514D6B35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9.1 Prepare resources and a workplan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6958C21-7B59-4C1B-BBC3-D1CFC0EB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182D2401-1BD3-4A87-9FB4-311A9B4D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34155947-2C5A-44D5-B928-AD9A2922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8E12CDD7-4511-4634-A534-0FBE9929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A production plan lists the real materials, resources and equipment needed, then places tasks in a safe order.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4824C220-82D6-4DF2-9B8C-652DEA15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ADA765AA-D1AA-416C-9053-37697E77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628A747D-9654-4034-9E7D-C298FE9F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Include time for measuring, marking, cutting, pinning, sewing, pressing, checking, recording evidence and cleaning.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D5085035-E3F2-4EEB-8CA4-3D00424B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627E057E-F637-4DD0-AF33-047EC487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8F8600A7-4018-4C50-9D17-EE6A97C6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Use the teacher-approved lunch-bag instructions as the authority for exact pieces, dimensions, seam allowances, orientation and construction order.</a:t>
            </a:r>
          </a:p>
        </p:txBody>
      </p:sp>
    </p:spTree>
    <p:extLst>
      <p:ext uri="{BB962C8B-B14F-4D97-AF65-F5344CB8AC3E}">
        <p14:creationId xmlns:p14="http://schemas.microsoft.com/office/powerpoint/2010/main" val="1662682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A80B4846-F162-4A03-B80F-7A8F1452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E18925A6-A482-422E-B827-E18C4DA2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D494623B-7E1E-4A86-B14C-9574D679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9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4232B9-D4AA-4622-AB33-43A811BBC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Make the theory visible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70A0BB0-32B7-405A-B462-CDC8ADEF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Create a production workplan for the lunch bag.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C0264D87-0B5D-45F1-9DDC-756F29AC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5CDDB451-34A8-4A13-A259-EA3F0C7B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92AED761-CE2F-4EB1-9250-94C8FD35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Use the approved instructions and include setup, making, checking, evidence and cleanup.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52CA3F94-B9CE-401A-9DB1-1DA8C569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2D1B7221-AF5A-4EAC-A66D-45622F1C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Stage… Task… Resources… Quality check…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97DBA0C9-6453-45FD-BACF-F5651B2E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17609106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6F2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303DA938-7458-4997-BC73-59BF3F2D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DE8290DD-C9B9-4D99-A316-611817F3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99F82E77-D36F-4718-84AC-D1251E710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9  ·  SECTION 9.2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2BCCA9-4CDD-4A26-B987-D6445781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9.2 Accuracy during construction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CA9E9CE-9AA5-441E-9D68-503C0FBA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5DFAD326-A2E7-4DBC-9324-2614D3F7D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4B3BA78C-99A4-4583-B7B9-04E12842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581C3B46-59E7-4F9F-9124-236BBD61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Check before each irreversible step.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CC337D92-08DD-4E4D-BE7B-09D99710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8B08BE61-117C-4007-8EB9-6BBA8FCB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80F72702-95A5-4E39-943C-5C2C209D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Confirm fabric orientation, match edges, keep pins placed as demonstrated, use the approved seam guide and remove pins safely.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80E36459-A211-44BB-AC0C-8AFA248D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00794DEC-9E82-46C0-B1A2-FE12BF72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1A68E8B6-ECFE-4B5A-8F6A-5CC57518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Press only when instructed and suitable for the material.</a:t>
            </a:r>
          </a:p>
        </p:txBody>
      </p:sp>
    </p:spTree>
    <p:extLst>
      <p:ext uri="{BB962C8B-B14F-4D97-AF65-F5344CB8AC3E}">
        <p14:creationId xmlns:p14="http://schemas.microsoft.com/office/powerpoint/2010/main" val="12518569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7CA4A632-DE82-4890-B8D0-5814839B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19AE3AF2-ADE4-44F3-8DC8-6DBD01424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13F2774F-693C-4E40-9BD0-7E215BAD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9  ·  APPLY THE THEORY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FF65DE-6D55-4ACD-BB76-63C2216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Use evidence, not guesses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8D7BCF7-3764-488E-8D63-5102A031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Describe five quality checkpoints during construction.</a:t>
            </a:r>
          </a:p>
        </p:txBody>
      </p:sp>
      <p:sp>
        <p:nvSpPr>
          <p:cNvPr id="6" name="prompt-accent">
            <a:extLst xmlns:a="http://schemas.openxmlformats.org/drawingml/2006/main">
              <a:ext uri="{FF2B5EF4-FFF2-40B4-BE49-F238E27FC236}">
                <a16:creationId xmlns:a16="http://schemas.microsoft.com/office/drawing/2014/main" id="{A0BB97F0-F93A-45BF-B4CB-872671EE2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143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55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lain-language">
            <a:extLst xmlns:a="http://schemas.openxmlformats.org/drawingml/2006/main">
              <a:ext uri="{FF2B5EF4-FFF2-40B4-BE49-F238E27FC236}">
                <a16:creationId xmlns:a16="http://schemas.microsoft.com/office/drawing/2014/main" id="{7D86C5EB-B2EA-4322-B204-994159ED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B67"/>
                </a:solidFill>
              </a:defRPr>
            </a:pPr>
            <a:r>
              <a:rPr sz="1275" b="1">
                <a:solidFill>
                  <a:srgbClr val="176B67"/>
                </a:solidFill>
              </a:rPr>
              <a:t>WHAT THIS IS ASKING</a:t>
            </a:r>
          </a:p>
        </p:txBody>
      </p:sp>
      <p:sp>
        <p:nvSpPr>
          <p:cNvPr id="8" name="clarify">
            <a:extLst xmlns:a="http://schemas.openxmlformats.org/drawingml/2006/main">
              <a:ext uri="{FF2B5EF4-FFF2-40B4-BE49-F238E27FC236}">
                <a16:creationId xmlns:a16="http://schemas.microsoft.com/office/drawing/2014/main" id="{BF8135D4-5EEF-4B55-9516-8A582067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14625"/>
            <a:ext cx="9906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43A"/>
                </a:solidFill>
              </a:defRPr>
            </a:pPr>
            <a:r>
              <a:rPr sz="1800" b="0">
                <a:solidFill>
                  <a:srgbClr val="16343A"/>
                </a:solidFill>
              </a:rPr>
              <a:t>State what is checked, when and what happens if it is wrong.</a:t>
            </a:r>
          </a:p>
        </p:txBody>
      </p:sp>
      <p:sp>
        <p:nvSpPr>
          <p:cNvPr id="9" name="starter-label">
            <a:extLst xmlns:a="http://schemas.openxmlformats.org/drawingml/2006/main">
              <a:ext uri="{FF2B5EF4-FFF2-40B4-BE49-F238E27FC236}">
                <a16:creationId xmlns:a16="http://schemas.microsoft.com/office/drawing/2014/main" id="{55A6291C-4D2E-4DEA-B790-AE31C326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57625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5543"/>
                </a:solidFill>
              </a:defRPr>
            </a:pPr>
            <a:r>
              <a:rPr sz="1275" b="1">
                <a:solidFill>
                  <a:srgbClr val="B95543"/>
                </a:solidFill>
              </a:rPr>
              <a:t>STARTER</a:t>
            </a:r>
          </a:p>
        </p:txBody>
      </p:sp>
      <p:sp>
        <p:nvSpPr>
          <p:cNvPr id="10" name="starter">
            <a:extLst xmlns:a="http://schemas.openxmlformats.org/drawingml/2006/main">
              <a:ext uri="{FF2B5EF4-FFF2-40B4-BE49-F238E27FC236}">
                <a16:creationId xmlns:a16="http://schemas.microsoft.com/office/drawing/2014/main" id="{95DA9159-2EB5-4523-AB18-077B3C25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990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Before… I will check… If it is incorrect…</a:t>
            </a:r>
          </a:p>
        </p:txBody>
      </p:sp>
      <p:sp>
        <p:nvSpPr>
          <p:cNvPr id="11" name="action">
            <a:extLst xmlns:a="http://schemas.openxmlformats.org/drawingml/2006/main">
              <a:ext uri="{FF2B5EF4-FFF2-40B4-BE49-F238E27FC236}">
                <a16:creationId xmlns:a16="http://schemas.microsoft.com/office/drawing/2014/main" id="{54565A22-3CD5-4361-AEA0-DD49B782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76A"/>
                </a:solidFill>
              </a:defRPr>
            </a:pPr>
            <a:r>
              <a:rPr sz="1350" b="1">
                <a:solidFill>
                  <a:srgbClr val="52676A"/>
                </a:solidFill>
              </a:rPr>
              <a:t>Return to the matching website section, complete the ten checks, then save your response.</a:t>
            </a:r>
          </a:p>
        </p:txBody>
      </p:sp>
    </p:spTree>
    <p:extLst>
      <p:ext uri="{BB962C8B-B14F-4D97-AF65-F5344CB8AC3E}">
        <p14:creationId xmlns:p14="http://schemas.microsoft.com/office/powerpoint/2010/main" val="3018371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">
            <a:extLst xmlns:a="http://schemas.openxmlformats.org/drawingml/2006/main">
              <a:ext uri="{FF2B5EF4-FFF2-40B4-BE49-F238E27FC236}">
                <a16:creationId xmlns:a16="http://schemas.microsoft.com/office/drawing/2014/main" id="{962A8F50-A756-4A7D-838B-E1EEEB37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92E60C5C-CA3A-48F7-BE55-59CFBC28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67"/>
                </a:solidFill>
              </a:defRPr>
            </a:pPr>
            <a:r>
              <a:rPr sz="1200" b="1">
                <a:solidFill>
                  <a:srgbClr val="176B67"/>
                </a:solidFill>
              </a:rPr>
              <a:t>LUNCH IS PACKED</a:t>
            </a:r>
          </a:p>
        </p:txBody>
      </p:sp>
      <p:sp>
        <p:nvSpPr>
          <p:cNvPr id="3" name="module-label">
            <a:extLst xmlns:a="http://schemas.openxmlformats.org/drawingml/2006/main">
              <a:ext uri="{FF2B5EF4-FFF2-40B4-BE49-F238E27FC236}">
                <a16:creationId xmlns:a16="http://schemas.microsoft.com/office/drawing/2014/main" id="{8D1E759B-1F62-429D-A39A-A6A29D2C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3375"/>
            <a:ext cx="423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2676A"/>
                </a:solidFill>
              </a:defRPr>
            </a:pPr>
            <a:r>
              <a:rPr sz="1050" b="1">
                <a:solidFill>
                  <a:srgbClr val="52676A"/>
                </a:solidFill>
              </a:rPr>
              <a:t>MODULE 9  ·  SECTION 9.3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A64523-6C9B-40AE-B003-3BD9FDD0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85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6343A"/>
                </a:solidFill>
              </a:defRPr>
            </a:pPr>
            <a:r>
              <a:rPr sz="2850" b="1">
                <a:solidFill>
                  <a:srgbClr val="16343A"/>
                </a:solidFill>
              </a:rPr>
              <a:t>9.3 Quality control and evidence</a:t>
            </a:r>
          </a:p>
        </p:txBody>
      </p:sp>
      <p:sp>
        <p:nvSpPr>
          <p:cNvPr id="5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76B37EB-D80A-489A-96D2-305BF097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28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76A"/>
                </a:solidFill>
              </a:defRPr>
            </a:pPr>
            <a:r>
              <a:rPr sz="1575" b="0">
                <a:solidFill>
                  <a:srgbClr val="52676A"/>
                </a:solidFill>
              </a:rPr>
              <a:t>Key ideas to understand before you write.</a:t>
            </a:r>
          </a:p>
        </p:txBody>
      </p:sp>
      <p:sp>
        <p:nvSpPr>
          <p:cNvPr id="6" name="bullet-1">
            <a:extLst xmlns:a="http://schemas.openxmlformats.org/drawingml/2006/main">
              <a:ext uri="{FF2B5EF4-FFF2-40B4-BE49-F238E27FC236}">
                <a16:creationId xmlns:a16="http://schemas.microsoft.com/office/drawing/2014/main" id="{A7EB0782-9ACF-4684-A307-8A5B0B48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288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ullet-number-1">
            <a:extLst xmlns:a="http://schemas.openxmlformats.org/drawingml/2006/main">
              <a:ext uri="{FF2B5EF4-FFF2-40B4-BE49-F238E27FC236}">
                <a16:creationId xmlns:a16="http://schemas.microsoft.com/office/drawing/2014/main" id="{46FC0721-D201-47A2-8730-5B34E5AA6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43A"/>
                </a:solidFill>
              </a:defRPr>
            </a:pPr>
            <a:r>
              <a:rPr sz="1425" b="1">
                <a:solidFill>
                  <a:srgbClr val="16343A"/>
                </a:solidFill>
              </a:rPr>
              <a:t>1</a:t>
            </a:r>
          </a:p>
        </p:txBody>
      </p:sp>
      <p:sp>
        <p:nvSpPr>
          <p:cNvPr id="8" name="bullet-copy-1">
            <a:extLst xmlns:a="http://schemas.openxmlformats.org/drawingml/2006/main">
              <a:ext uri="{FF2B5EF4-FFF2-40B4-BE49-F238E27FC236}">
                <a16:creationId xmlns:a16="http://schemas.microsoft.com/office/drawing/2014/main" id="{4B9E82B7-EB64-46C6-AC8D-07977CE2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4003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Quality control means checking the product during production, not waiting until the end.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90B7E531-9604-4AD8-8AB0-1DE084E0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bullet-number-2">
            <a:extLst xmlns:a="http://schemas.openxmlformats.org/drawingml/2006/main">
              <a:ext uri="{FF2B5EF4-FFF2-40B4-BE49-F238E27FC236}">
                <a16:creationId xmlns:a16="http://schemas.microsoft.com/office/drawing/2014/main" id="{0B446A83-2189-4E45-8C91-0D767134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2</a:t>
            </a:r>
          </a:p>
        </p:txBody>
      </p:sp>
      <p:sp>
        <p:nvSpPr>
          <p:cNvPr id="11" name="bullet-copy-2">
            <a:extLst xmlns:a="http://schemas.openxmlformats.org/drawingml/2006/main">
              <a:ext uri="{FF2B5EF4-FFF2-40B4-BE49-F238E27FC236}">
                <a16:creationId xmlns:a16="http://schemas.microsoft.com/office/drawing/2014/main" id="{A33A9DFB-C95C-450E-BB0C-DFA72723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671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Inspect stitch balance, seam alignment, secure starts and finishes, closure position, decoration and overall shape.</a:t>
            </a:r>
          </a:p>
        </p:txBody>
      </p:sp>
      <p:sp>
        <p:nvSpPr>
          <p:cNvPr id="12" name="bullet-3">
            <a:extLst xmlns:a="http://schemas.openxmlformats.org/drawingml/2006/main">
              <a:ext uri="{FF2B5EF4-FFF2-40B4-BE49-F238E27FC236}">
                <a16:creationId xmlns:a16="http://schemas.microsoft.com/office/drawing/2014/main" id="{9BC45333-A4C4-40AC-864D-1384E0CE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624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2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ullet-number-3">
            <a:extLst xmlns:a="http://schemas.openxmlformats.org/drawingml/2006/main">
              <a:ext uri="{FF2B5EF4-FFF2-40B4-BE49-F238E27FC236}">
                <a16:creationId xmlns:a16="http://schemas.microsoft.com/office/drawing/2014/main" id="{7A11601C-C57C-4528-B85B-A876F6D0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6B67"/>
                </a:solidFill>
              </a:defRPr>
            </a:pPr>
            <a:r>
              <a:rPr sz="1425" b="1">
                <a:solidFill>
                  <a:srgbClr val="176B67"/>
                </a:solidFill>
              </a:rPr>
              <a:t>3</a:t>
            </a:r>
          </a:p>
        </p:txBody>
      </p:sp>
      <p:sp>
        <p:nvSpPr>
          <p:cNvPr id="14" name="bullet-copy-3">
            <a:extLst xmlns:a="http://schemas.openxmlformats.org/drawingml/2006/main">
              <a:ext uri="{FF2B5EF4-FFF2-40B4-BE49-F238E27FC236}">
                <a16:creationId xmlns:a16="http://schemas.microsoft.com/office/drawing/2014/main" id="{278EBF57-0F26-4C15-8A03-E2CF2D27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339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43A"/>
                </a:solidFill>
              </a:defRPr>
            </a:pPr>
            <a:r>
              <a:rPr sz="1650" b="0">
                <a:solidFill>
                  <a:srgbClr val="16343A"/>
                </a:solidFill>
              </a:rPr>
              <a:t>Photograph real stages and annotate any problem, correction and result.</a:t>
            </a:r>
          </a:p>
        </p:txBody>
      </p:sp>
    </p:spTree>
    <p:extLst>
      <p:ext uri="{BB962C8B-B14F-4D97-AF65-F5344CB8AC3E}">
        <p14:creationId xmlns:p14="http://schemas.microsoft.com/office/powerpoint/2010/main" val="16766503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4C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ing-rule">
            <a:extLst xmlns:a="http://schemas.openxmlformats.org/drawingml/2006/main">
              <a:ext uri="{FF2B5EF4-FFF2-40B4-BE49-F238E27FC236}">
                <a16:creationId xmlns:a16="http://schemas.microsoft.com/office/drawing/2014/main" id="{1F69B1A8-7AAC-405D-BC1B-1396D417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ing-kicker">
            <a:extLst xmlns:a="http://schemas.openxmlformats.org/drawingml/2006/main">
              <a:ext uri="{FF2B5EF4-FFF2-40B4-BE49-F238E27FC236}">
                <a16:creationId xmlns:a16="http://schemas.microsoft.com/office/drawing/2014/main" id="{4F6E7C21-CAF2-41FB-BC8B-86E67EA2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0A53A"/>
                </a:solidFill>
              </a:defRPr>
            </a:pPr>
            <a:r>
              <a:rPr sz="1350" b="1">
                <a:solidFill>
                  <a:srgbClr val="E0A53A"/>
                </a:solidFill>
              </a:rPr>
              <a:t>MODULE 9 REVIEW</a:t>
            </a:r>
          </a:p>
        </p:txBody>
      </p:sp>
      <p:sp>
        <p:nvSpPr>
          <p:cNvPr id="3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C1BE3A94-9AB3-43DE-A4A4-34A6A999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62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Show what you understand.</a:t>
            </a:r>
          </a:p>
        </p:txBody>
      </p:sp>
      <p:sp>
        <p:nvSpPr>
          <p:cNvPr id="4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09C9C779-C77F-4FB7-BFCF-4D82085A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1. Revisit all three theory sections.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2. Complete 30 knowledge checks and three guided responses.</a:t>
            </a:r>
          </a:p>
          <a:p xmlns:a="http://schemas.openxmlformats.org/drawingml/2006/main">
            <a:pPr algn="l">
              <a:defRPr sz="2025" b="0">
                <a:solidFill>
                  <a:srgbClr val="E6F2EF"/>
                </a:solidFill>
              </a:defRPr>
            </a:pPr>
            <a:r>
              <a:rPr sz="2025" b="0">
                <a:solidFill>
                  <a:srgbClr val="E6F2EF"/>
                </a:solidFill>
              </a:rPr>
              <a:t>3. Continue Project Activity 9 and keep authentic evidence.</a:t>
            </a:r>
          </a:p>
        </p:txBody>
      </p:sp>
      <p:sp>
        <p:nvSpPr>
          <p:cNvPr id="5" name="closing-boundary">
            <a:extLst xmlns:a="http://schemas.openxmlformats.org/drawingml/2006/main">
              <a:ext uri="{FF2B5EF4-FFF2-40B4-BE49-F238E27FC236}">
                <a16:creationId xmlns:a16="http://schemas.microsoft.com/office/drawing/2014/main" id="{9B44B707-86AC-46CE-AAB4-C90BC5FE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D98B"/>
                </a:solidFill>
              </a:defRPr>
            </a:pPr>
            <a:r>
              <a:rPr sz="1500" b="1">
                <a:solidFill>
                  <a:srgbClr val="FFD98B"/>
                </a:solidFill>
              </a:rPr>
              <a:t>Exact practical instructions and formal submission arrangements: Teacher to confirm.</a:t>
            </a:r>
          </a:p>
        </p:txBody>
      </p:sp>
    </p:spTree>
    <p:extLst>
      <p:ext uri="{BB962C8B-B14F-4D97-AF65-F5344CB8AC3E}">
        <p14:creationId xmlns:p14="http://schemas.microsoft.com/office/powerpoint/2010/main" val="6467519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2026-08-11T11:10:39.4320000Z</dcterms:created>
  <dcterms:modified xsi:type="dcterms:W3CDTF">2026-08-11T11:10:39.4320000Z</dcterms:modified>
</coreProperties>
</file>