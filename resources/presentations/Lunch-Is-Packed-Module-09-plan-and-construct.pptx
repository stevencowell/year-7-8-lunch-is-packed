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a9e238a564d9c" /><Relationship Type="http://schemas.openxmlformats.org/officeDocument/2006/relationships/extended-properties" Target="/docProps/app.xml" Id="R56f7b3f02f304976" /><Relationship Type="http://schemas.openxmlformats.org/officeDocument/2006/relationships/officeDocument" Target="/ppt/presentation.xml" Id="R1eebd32c354e4d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f99ba9a1846ac"/>
  </p:sldMasterIdLst>
  <p:notesMasterIdLst>
    <p:notesMasterId xmlns:r="http://schemas.openxmlformats.org/officeDocument/2006/relationships" r:id="R136276a505cb48ba"/>
  </p:notesMasterIdLst>
  <p:sldIdLst>
    <p:sldId xmlns:r="http://schemas.openxmlformats.org/officeDocument/2006/relationships" id="256" r:id="R5b631885393349ec"/>
    <p:sldId xmlns:r="http://schemas.openxmlformats.org/officeDocument/2006/relationships" id="257" r:id="R3add077ea6fc46ad"/>
    <p:sldId xmlns:r="http://schemas.openxmlformats.org/officeDocument/2006/relationships" id="258" r:id="R510fa3c0b71f4bd5"/>
    <p:sldId xmlns:r="http://schemas.openxmlformats.org/officeDocument/2006/relationships" id="259" r:id="R6b8addcb18504c05"/>
    <p:sldId xmlns:r="http://schemas.openxmlformats.org/officeDocument/2006/relationships" id="260" r:id="R32ae655fad1f48f4"/>
    <p:sldId xmlns:r="http://schemas.openxmlformats.org/officeDocument/2006/relationships" id="261" r:id="R2e13a89df5af40cf"/>
    <p:sldId xmlns:r="http://schemas.openxmlformats.org/officeDocument/2006/relationships" id="262" r:id="Rd49d1f9339fb48bb"/>
    <p:sldId xmlns:r="http://schemas.openxmlformats.org/officeDocument/2006/relationships" id="263" r:id="R696ca56d4f0c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3000d868b40b9" /><Relationship Type="http://schemas.openxmlformats.org/officeDocument/2006/relationships/slideMaster" Target="/ppt/slideMasters/slideMaster1.xml" Id="R599f99ba9a1846ac" /><Relationship Type="http://schemas.openxmlformats.org/officeDocument/2006/relationships/notesMaster" Target="/ppt/notesMasters/notesMaster1.xml" Id="R136276a505cb48ba" /><Relationship Type="http://schemas.openxmlformats.org/officeDocument/2006/relationships/presProps" Target="/ppt/presProps.xml" Id="Rc60d02caeb31462c" /><Relationship Type="http://schemas.openxmlformats.org/officeDocument/2006/relationships/tableStyles" Target="/ppt/tableStyles.xml" Id="R9bb913c1fa1f4459" /><Relationship Type="http://schemas.openxmlformats.org/officeDocument/2006/relationships/slide" Target="/ppt/slides/slide1.xml" Id="R5b631885393349ec" /><Relationship Type="http://schemas.openxmlformats.org/officeDocument/2006/relationships/slide" Target="/ppt/slides/slide2.xml" Id="R3add077ea6fc46ad" /><Relationship Type="http://schemas.openxmlformats.org/officeDocument/2006/relationships/slide" Target="/ppt/slides/slide3.xml" Id="R510fa3c0b71f4bd5" /><Relationship Type="http://schemas.openxmlformats.org/officeDocument/2006/relationships/slide" Target="/ppt/slides/slide4.xml" Id="R6b8addcb18504c05" /><Relationship Type="http://schemas.openxmlformats.org/officeDocument/2006/relationships/slide" Target="/ppt/slides/slide5.xml" Id="R32ae655fad1f48f4" /><Relationship Type="http://schemas.openxmlformats.org/officeDocument/2006/relationships/slide" Target="/ppt/slides/slide6.xml" Id="R2e13a89df5af40cf" /><Relationship Type="http://schemas.openxmlformats.org/officeDocument/2006/relationships/slide" Target="/ppt/slides/slide7.xml" Id="Rd49d1f9339fb48bb" /><Relationship Type="http://schemas.openxmlformats.org/officeDocument/2006/relationships/slide" Target="/ppt/slides/slide8.xml" Id="R696ca56d4f0c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cff6d028b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caf64fdad4b93" /><Relationship Type="http://schemas.openxmlformats.org/officeDocument/2006/relationships/notesMaster" Target="/ppt/notesMasters/notesMaster1.xml" Id="R14d8a188da0247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6c4a78fe14a0d" /><Relationship Type="http://schemas.openxmlformats.org/officeDocument/2006/relationships/notesMaster" Target="/ppt/notesMasters/notesMaster1.xml" Id="Rc61ee9150b884a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4539e1fac249a0" /><Relationship Type="http://schemas.openxmlformats.org/officeDocument/2006/relationships/notesMaster" Target="/ppt/notesMasters/notesMaster1.xml" Id="Rbfedce0e2b6c46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53e84bb0e46ae" /><Relationship Type="http://schemas.openxmlformats.org/officeDocument/2006/relationships/notesMaster" Target="/ppt/notesMasters/notesMaster1.xml" Id="R87fa5ff96ce9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69fa88c5044f1b" /><Relationship Type="http://schemas.openxmlformats.org/officeDocument/2006/relationships/notesMaster" Target="/ppt/notesMasters/notesMaster1.xml" Id="R6ab5ea75b5d0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8ec91bf114f0c" /><Relationship Type="http://schemas.openxmlformats.org/officeDocument/2006/relationships/notesMaster" Target="/ppt/notesMasters/notesMaster1.xml" Id="R8e432df99bae4d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cfe4bc4a064ddc" /><Relationship Type="http://schemas.openxmlformats.org/officeDocument/2006/relationships/notesMaster" Target="/ppt/notesMasters/notesMaster1.xml" Id="R5a147a2b609c4c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2cf27c812145ad" /><Relationship Type="http://schemas.openxmlformats.org/officeDocument/2006/relationships/notesMaster" Target="/ppt/notesMasters/notesMaster1.xml" Id="Re5524ae7efd0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44ee5be8c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6dbdd971f4682" /><Relationship Type="http://schemas.openxmlformats.org/officeDocument/2006/relationships/slideLayout" Target="/ppt/slideLayouts/slideLayout1.xml" Id="R77648ec2d5fc4f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648ec2d5fc4f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5958d8ebc4121" /><Relationship Type="http://schemas.openxmlformats.org/officeDocument/2006/relationships/image" Target="/ppt/media/image.png" Id="R96b6c5a6af804917" /><Relationship Type="http://schemas.openxmlformats.org/officeDocument/2006/relationships/notesSlide" Target="/ppt/notesSlides/notesSlide1.xml" Id="R3251e5e85d7240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d7e744b484bac" /><Relationship Type="http://schemas.openxmlformats.org/officeDocument/2006/relationships/notesSlide" Target="/ppt/notesSlides/notesSlide2.xml" Id="R00425502b622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cd0b158b64e58" /><Relationship Type="http://schemas.openxmlformats.org/officeDocument/2006/relationships/notesSlide" Target="/ppt/notesSlides/notesSlide3.xml" Id="R5f770a188b434e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d550d349a4945" /><Relationship Type="http://schemas.openxmlformats.org/officeDocument/2006/relationships/notesSlide" Target="/ppt/notesSlides/notesSlide4.xml" Id="R5810bbec040b47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452485354b55" /><Relationship Type="http://schemas.openxmlformats.org/officeDocument/2006/relationships/notesSlide" Target="/ppt/notesSlides/notesSlide5.xml" Id="R5aad131cd4b547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fb2b8f4d64bcf" /><Relationship Type="http://schemas.openxmlformats.org/officeDocument/2006/relationships/notesSlide" Target="/ppt/notesSlides/notesSlide6.xml" Id="R1d191b439d8846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ec114c2b247dc" /><Relationship Type="http://schemas.openxmlformats.org/officeDocument/2006/relationships/notesSlide" Target="/ppt/notesSlides/notesSlide7.xml" Id="Rd431a0b6ccb5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1502232f64a45" /><Relationship Type="http://schemas.openxmlformats.org/officeDocument/2006/relationships/notesSlide" Target="/ppt/notesSlides/notesSlide8.xml" Id="Rd88c7aa3fd18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F03D4BA9-F7C9-41BE-972E-DB746AC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6c5a6af804917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D47B7916-02E7-467C-B5DD-2997E5E2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9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83847697-2354-4C07-A79C-6F195B12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 and construct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9156A4A-3A60-4198-92C8-F4CA951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Sequence production, control quality and record real progress.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436DA4B0-8F00-4E4A-B30F-D792533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882161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F5DAEFA0-9A7B-42F8-B544-91B3A500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A2AE605-27CF-4637-AF77-DDF4D055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91990FCC-ED03-4C21-97FB-D820989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01FB2-D076-4FFF-81B6-8DDC972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13D5F2-3C32-4964-BDC2-5BCE79B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1C6584E4-D923-46B0-84E9-4CBF183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B43AEE07-D533-4BB3-9B32-06636F6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8A38BEFB-F9F7-41DF-B058-497DDD9B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9.1 Prepare resources and a workplan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F398BB6-A227-42AC-A2F9-60437B6A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5D5C97E9-4FA3-4A9D-86E2-F4E2D8CC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FCB78A3-20E1-4B34-B227-058999F8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9.2 Accuracy during construction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BB4203D1-8F88-4D59-B463-1AA8854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0B9D2AF5-D520-4D67-8F79-F3CB220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6E29044D-BCBC-4F9A-B930-C164A355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9.3 Quality control and evidence</a:t>
            </a:r>
          </a:p>
        </p:txBody>
      </p:sp>
    </p:spTree>
    <p:extLst>
      <p:ext uri="{BB962C8B-B14F-4D97-AF65-F5344CB8AC3E}">
        <p14:creationId xmlns:p14="http://schemas.microsoft.com/office/powerpoint/2010/main" val="474746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F4A74EF-637E-4762-983A-21C09DA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6264E47-4112-4532-9197-B64EE89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8201152F-030A-4F5C-81CA-0622B9B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SECTION 9.1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88B0AE-48B3-4314-98BE-D913C6B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9.1 Prepare resources and a workplan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4DAB0D-289F-4675-9CEC-3BB7C04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6DDFD60A-5869-4035-A1A8-7922E8B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18969BC4-E038-41EA-B817-BC92A1FA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80EBA1F0-E9A6-41D5-882F-2B759205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production plan lists the real materials, resources and equipment needed, then places tasks in a safe order.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FB6A4FC0-B210-40F7-AE19-AEA9CCA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3F2F630A-0F66-459B-BC44-1B8000A8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04CC3476-D7A6-4A7A-9767-E15924D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It also identifies dependencies: decoration may need to be completed before a panel is joined, and a closure position may need checking before permanent stitching.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038481F2-FA42-4109-9AF0-577A8683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A42D9029-B4BF-4192-AC5E-AAD29C5E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ACD8F14C-DA5F-4895-AB59-46AE54AE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Exact pieces, dimensions, seam allowances and construction order remain controlled by the teacher-approved instructions.</a:t>
            </a:r>
          </a:p>
        </p:txBody>
      </p:sp>
    </p:spTree>
    <p:extLst>
      <p:ext uri="{BB962C8B-B14F-4D97-AF65-F5344CB8AC3E}">
        <p14:creationId xmlns:p14="http://schemas.microsoft.com/office/powerpoint/2010/main" val="602604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37025300-00FD-4083-BD87-F856E29D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17C5A7B-940F-4050-ABA9-46E7192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E6D9BD52-A0F9-4911-9B3E-2E3F3A6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736C28-FB42-4DB7-A3FB-4F8BEB1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60E487-7136-4F88-B437-7CE3A04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Create a production workplan for the lunch bag.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F6C36AA-0EBA-4E7C-A286-594C5ACD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B04851A0-F10C-4664-8F30-598A54D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0B0FADE5-3F22-4F54-942E-3695061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Use the approved instructions and include setup, making, checking, evidence and cleanup.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9EC3A77C-DE9C-4DCC-B560-56B5CBD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EAD07263-0F98-4CFD-9292-7EE62F6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Stage… Task… Resources… Quality check…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C067EFAD-C68B-49D1-A33F-97AEEE38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401758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079A9A91-5546-45AC-9B90-560EBA3C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361E67A4-EA45-4D31-A467-A2F43099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E3409FFD-F44F-40F1-B6ED-9C3634E7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SECTION 9.2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79A81B-811B-4C8E-912B-BBD27480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9.2 Accuracy during construction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AC2F52-43DE-4ACF-9835-B59C797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7BD0612-304A-4BD2-B3A6-C787ABA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8203F63E-A489-4304-9448-B256604D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2AF91B63-0EB2-4AD6-86F3-8DAE4177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Check before each irreversible step.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7CA7314B-AEC6-4760-8B5C-64D9535A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AF2E47AB-3CDB-43FD-9901-DEC592EA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D8E1E73-8AA7-45F2-9E8A-731B58B5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Use "measure or align twice, make once" before irreversible actions.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52D44F6-B700-4AFD-A55B-6BFA813E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14C973C-AF11-4CD2-8A90-CC89143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9AADD663-E230-4D68-9C03-27C8195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well-recorded correction shows that the maker noticed evidence, protected the project and made a reasoned decision.</a:t>
            </a:r>
          </a:p>
        </p:txBody>
      </p:sp>
    </p:spTree>
    <p:extLst>
      <p:ext uri="{BB962C8B-B14F-4D97-AF65-F5344CB8AC3E}">
        <p14:creationId xmlns:p14="http://schemas.microsoft.com/office/powerpoint/2010/main" val="1784159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58B0ECBC-D796-4D02-A72C-72C53993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70B5EEF-7A99-466D-9194-529787D7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AEBCCD4C-F89E-4F74-960D-E187D5A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E3BD12-C1D5-4FD1-863A-FA010F8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3BB7C8-9530-48AA-A6AB-B30BA5F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Describe five quality checkpoints during construction.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FBBB4371-C8A6-4CE3-8D41-8EE853F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72E5B41C-F01B-4CFF-953C-A1265D5F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8685AEA6-40CA-4ACE-A18B-97FD5E5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State what is checked, when and what happens if it is wrong.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B7288832-1F1B-4D4D-8ED9-062DEB0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40213DFD-5E8C-4B8F-89E3-4E5D1A72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Before… I will check… If it is incorrect…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2A221A14-4B44-46E3-B9D5-6E0575FE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853605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B7DFD99-0AFC-4A5C-9CE0-89D5800C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690731C3-9CF0-455B-B6C0-F616055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4E2B3AD-8B8F-40A2-9DE5-EC7329D3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9  ·  SECTION 9.3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232942-B2DD-445D-9043-F26F297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9.3 Quality control and evidence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EAF187-605D-4D8E-9FAA-29AF903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54C30207-A56B-4752-962F-EB27476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8D59F14E-8FB2-401D-BCF6-0B97431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07BFC12E-6D42-48F6-86AC-111B8C4D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Quality control means checking the product during production, not waiting until the end.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A949A161-B227-4207-8A22-F0F55CA6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4806F5E3-57C9-4BCC-A9E8-7234E179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A5CFFF82-A874-453F-B57C-241A70B6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Evidence should show decisions and skill—not only a finished product.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21B2954-D971-4AB0-8CEA-33D538DE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F7B1505-7B16-45E9-80FE-9D56977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9D6B65F-0386-43F8-9500-252D60A6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At each hold point, decide whether to proceed, correct or ask for help.</a:t>
            </a:r>
          </a:p>
        </p:txBody>
      </p:sp>
    </p:spTree>
    <p:extLst>
      <p:ext uri="{BB962C8B-B14F-4D97-AF65-F5344CB8AC3E}">
        <p14:creationId xmlns:p14="http://schemas.microsoft.com/office/powerpoint/2010/main" val="2132182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87DC219-E6E8-4496-B903-76A1BE1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87C4F644-1F0D-44A8-8EBB-164F9753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9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A0F2F16B-721C-4C48-B374-912FA728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0DA09FC5-BC88-4FBF-A3B6-94D2922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the Production control room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CBFA5A52-D0AA-47E8-AF9E-28DB2888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458054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2026-08-11T12:15:45.9760000Z</dcterms:created>
  <dcterms:modified xsi:type="dcterms:W3CDTF">2026-08-11T12:15:45.9760000Z</dcterms:modified>
</coreProperties>
</file>