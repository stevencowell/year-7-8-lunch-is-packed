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7bfec8aff4118" /><Relationship Type="http://schemas.openxmlformats.org/officeDocument/2006/relationships/extended-properties" Target="/docProps/app.xml" Id="Rd914e885441f4b27" /><Relationship Type="http://schemas.openxmlformats.org/officeDocument/2006/relationships/officeDocument" Target="/ppt/presentation.xml" Id="Rd6142817b2564f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feca54123d4016"/>
  </p:sldMasterIdLst>
  <p:notesMasterIdLst>
    <p:notesMasterId xmlns:r="http://schemas.openxmlformats.org/officeDocument/2006/relationships" r:id="R37182324ebb44ec4"/>
  </p:notesMasterIdLst>
  <p:sldIdLst>
    <p:sldId xmlns:r="http://schemas.openxmlformats.org/officeDocument/2006/relationships" id="256" r:id="R43b16f82ed454b30"/>
    <p:sldId xmlns:r="http://schemas.openxmlformats.org/officeDocument/2006/relationships" id="257" r:id="R2073898a64d14587"/>
    <p:sldId xmlns:r="http://schemas.openxmlformats.org/officeDocument/2006/relationships" id="258" r:id="R9182ed9500064795"/>
    <p:sldId xmlns:r="http://schemas.openxmlformats.org/officeDocument/2006/relationships" id="259" r:id="R5c93cfecd6d144dd"/>
    <p:sldId xmlns:r="http://schemas.openxmlformats.org/officeDocument/2006/relationships" id="260" r:id="R3e53d41edd284c3e"/>
    <p:sldId xmlns:r="http://schemas.openxmlformats.org/officeDocument/2006/relationships" id="261" r:id="R463d7d7a73714299"/>
    <p:sldId xmlns:r="http://schemas.openxmlformats.org/officeDocument/2006/relationships" id="262" r:id="R87d6a3cdd4d44116"/>
    <p:sldId xmlns:r="http://schemas.openxmlformats.org/officeDocument/2006/relationships" id="263" r:id="Rcf06f82459cc46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4a471ae45d49aa" /><Relationship Type="http://schemas.openxmlformats.org/officeDocument/2006/relationships/slideMaster" Target="/ppt/slideMasters/slideMaster1.xml" Id="R90feca54123d4016" /><Relationship Type="http://schemas.openxmlformats.org/officeDocument/2006/relationships/notesMaster" Target="/ppt/notesMasters/notesMaster1.xml" Id="R37182324ebb44ec4" /><Relationship Type="http://schemas.openxmlformats.org/officeDocument/2006/relationships/presProps" Target="/ppt/presProps.xml" Id="R0cb29dbbefa64ead" /><Relationship Type="http://schemas.openxmlformats.org/officeDocument/2006/relationships/tableStyles" Target="/ppt/tableStyles.xml" Id="R3d0590601aae440e" /><Relationship Type="http://schemas.openxmlformats.org/officeDocument/2006/relationships/slide" Target="/ppt/slides/slide1.xml" Id="R43b16f82ed454b30" /><Relationship Type="http://schemas.openxmlformats.org/officeDocument/2006/relationships/slide" Target="/ppt/slides/slide2.xml" Id="R2073898a64d14587" /><Relationship Type="http://schemas.openxmlformats.org/officeDocument/2006/relationships/slide" Target="/ppt/slides/slide3.xml" Id="R9182ed9500064795" /><Relationship Type="http://schemas.openxmlformats.org/officeDocument/2006/relationships/slide" Target="/ppt/slides/slide4.xml" Id="R5c93cfecd6d144dd" /><Relationship Type="http://schemas.openxmlformats.org/officeDocument/2006/relationships/slide" Target="/ppt/slides/slide5.xml" Id="R3e53d41edd284c3e" /><Relationship Type="http://schemas.openxmlformats.org/officeDocument/2006/relationships/slide" Target="/ppt/slides/slide6.xml" Id="R463d7d7a73714299" /><Relationship Type="http://schemas.openxmlformats.org/officeDocument/2006/relationships/slide" Target="/ppt/slides/slide7.xml" Id="R87d6a3cdd4d44116" /><Relationship Type="http://schemas.openxmlformats.org/officeDocument/2006/relationships/slide" Target="/ppt/slides/slide8.xml" Id="Rcf06f82459cc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1b1bb58814c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ed02abf52c416f" /><Relationship Type="http://schemas.openxmlformats.org/officeDocument/2006/relationships/notesMaster" Target="/ppt/notesMasters/notesMaster1.xml" Id="R894b739258e3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a5611ca7f4cab" /><Relationship Type="http://schemas.openxmlformats.org/officeDocument/2006/relationships/notesMaster" Target="/ppt/notesMasters/notesMaster1.xml" Id="Rf872824a5e27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14fbf5082468d" /><Relationship Type="http://schemas.openxmlformats.org/officeDocument/2006/relationships/notesMaster" Target="/ppt/notesMasters/notesMaster1.xml" Id="Rf040b1042126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f8b25c11974d8f" /><Relationship Type="http://schemas.openxmlformats.org/officeDocument/2006/relationships/notesMaster" Target="/ppt/notesMasters/notesMaster1.xml" Id="R9a4b51c5b2cb4f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72de42ccea40b8" /><Relationship Type="http://schemas.openxmlformats.org/officeDocument/2006/relationships/notesMaster" Target="/ppt/notesMasters/notesMaster1.xml" Id="R7d88cba28750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2f9de23dd74a89" /><Relationship Type="http://schemas.openxmlformats.org/officeDocument/2006/relationships/notesMaster" Target="/ppt/notesMasters/notesMaster1.xml" Id="Rf02136c6fd004e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f4f674d984097" /><Relationship Type="http://schemas.openxmlformats.org/officeDocument/2006/relationships/notesMaster" Target="/ppt/notesMasters/notesMaster1.xml" Id="R4b32b053c0b642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6516e7b5654b6f" /><Relationship Type="http://schemas.openxmlformats.org/officeDocument/2006/relationships/notesMaster" Target="/ppt/notesMasters/notesMaster1.xml" Id="R530cf3137956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e6a7e4d364c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7a1f0b039048ac" /><Relationship Type="http://schemas.openxmlformats.org/officeDocument/2006/relationships/slideLayout" Target="/ppt/slideLayouts/slideLayout1.xml" Id="Rec1bd75f88fc45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1bd75f88fc45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462e527bf476f" /><Relationship Type="http://schemas.openxmlformats.org/officeDocument/2006/relationships/image" Target="/ppt/media/image.png" Id="Rafb723ee94c2480e" /><Relationship Type="http://schemas.openxmlformats.org/officeDocument/2006/relationships/notesSlide" Target="/ppt/notesSlides/notesSlide1.xml" Id="Ree106e2af747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58024a7584293" /><Relationship Type="http://schemas.openxmlformats.org/officeDocument/2006/relationships/notesSlide" Target="/ppt/notesSlides/notesSlide2.xml" Id="R3cb73184d8be4a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2520bb1144f38" /><Relationship Type="http://schemas.openxmlformats.org/officeDocument/2006/relationships/notesSlide" Target="/ppt/notesSlides/notesSlide3.xml" Id="Raa8841ff51e0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3d601cf5f485a" /><Relationship Type="http://schemas.openxmlformats.org/officeDocument/2006/relationships/notesSlide" Target="/ppt/notesSlides/notesSlide4.xml" Id="R4fdaa2b949a444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5647546b648b6" /><Relationship Type="http://schemas.openxmlformats.org/officeDocument/2006/relationships/notesSlide" Target="/ppt/notesSlides/notesSlide5.xml" Id="R4337926862594a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4cf8ee64f44ff" /><Relationship Type="http://schemas.openxmlformats.org/officeDocument/2006/relationships/notesSlide" Target="/ppt/notesSlides/notesSlide6.xml" Id="Rfa3415cf3ef749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5e55a6d444817" /><Relationship Type="http://schemas.openxmlformats.org/officeDocument/2006/relationships/notesSlide" Target="/ppt/notesSlides/notesSlide7.xml" Id="Rcd461c1b351147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e768e2fa49ec" /><Relationship Type="http://schemas.openxmlformats.org/officeDocument/2006/relationships/notesSlide" Target="/ppt/notesSlides/notesSlide8.xml" Id="R7007b0589bf84f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08299C03-26CF-4BB7-9F97-88E02F1F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723ee94c2480e"/>
          <a:srcRect xmlns:a="http://schemas.openxmlformats.org/drawingml/2006/main" l="30134" t="0" r="30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E8406035-D6B3-48F4-B6C9-4CFA733E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2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1FA11947-23DD-4908-8C8A-B83486D2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Textiles around us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6B0E9A5-7D72-4315-BED3-C851AD4E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Understand textile products, fibres, fabrics and useful properties.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99073C0D-A1A9-4CA9-9129-1DE24E3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98508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674DC7DB-F356-407D-881A-329F2937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EE2B64A8-B524-4084-AB91-E9DB9E5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9E6738D9-5931-4643-97B5-DE8FB54C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2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46BBC4-E154-4E94-9E8F-630CA7AF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EA9DE4D-6809-4C69-83AE-CDAEE22B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D40C4D9-420F-4670-B5C3-9C8D2E3B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79247829-2BC5-4153-9EF0-CEA88D73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C0DF7E56-ACDA-4558-88F4-72474961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2.1 Textiles in everyday life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5E8711FE-1CDC-4C9F-941B-B02DE7F9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6D965EB0-CAC6-4923-AF33-F0BCD632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33F47F45-DD89-467D-8036-8A63754C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2.2 From fibre to fabric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1AFF3023-6D6F-49A7-BDE0-322A294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BEA702A2-2A6C-412F-9B4E-A226C56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1E478406-8BB0-4042-A286-0432D3A6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2.3 Selecting by properties</a:t>
            </a:r>
          </a:p>
        </p:txBody>
      </p:sp>
    </p:spTree>
    <p:extLst>
      <p:ext uri="{BB962C8B-B14F-4D97-AF65-F5344CB8AC3E}">
        <p14:creationId xmlns:p14="http://schemas.microsoft.com/office/powerpoint/2010/main" val="1094097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1CC9CB8F-3614-4D3A-9B29-4247C779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3E244F5-AD73-4FEA-B1CC-D5A8A07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43D66D09-777E-4BFE-B4FF-FCB25D8E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2  ·  SECTION 2.1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2D35C3-2D5B-4814-85A5-8ED27031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2.1 Textiles in everyday life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DDAA51-E7AC-4063-9898-543C33E5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F3B421B4-0A59-4535-AB1E-ABD6961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B6B869C7-DB36-44E0-96BA-6579C6C9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B1424AF1-1685-4818-B211-EBFCEFA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Textiles are flexible materials made from fibres, yarns, fabrics or combinations of these.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4C20AE9-705D-4465-8F11-14C49CC1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18846766-2386-4A75-8F10-AE31423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5DDCF71D-D06A-4067-9948-C15FEFAF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They appear in clothing, furnishings, transport, health products, protective equipment, packaging and household items.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9F3DF5D-2B0F-4F5E-A592-07B1EECB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153697A3-3A79-4E5B-8329-F1C5BE3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37B1C9C1-90DB-4779-B596-F9F4F4BA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same textile is not suitable for every job.</a:t>
            </a:r>
          </a:p>
        </p:txBody>
      </p:sp>
    </p:spTree>
    <p:extLst>
      <p:ext uri="{BB962C8B-B14F-4D97-AF65-F5344CB8AC3E}">
        <p14:creationId xmlns:p14="http://schemas.microsoft.com/office/powerpoint/2010/main" val="165194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817894EB-AF6F-4C24-8878-34C2C0AF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373C9FB-B7D9-48E8-9849-7B433EF1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8A01C4F-8D22-4E30-AF5C-E9FACCE0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2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EC3ABE-BD45-41AD-9594-024A360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5A0CE6E-7112-4B4B-98CE-BD6A225F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Identify six textile products and explain one property each product needs.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881B0EDF-8502-4D9E-876B-962E620B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38D47915-9E6C-4123-A86A-24E39BB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0716C49D-81EE-4ED6-ABED-A5C30154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Choose products from more than one context and connect property to function.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B2193FA8-9704-4CEB-AB9D-886662F3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71BB06C1-43C0-4F10-96ED-144B58E6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A… is a textile product used for… It needs… because…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9E1D324C-8772-4AEA-86DC-EDC1C93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028790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5826B77A-624D-4107-B3B2-21B7E0D2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B78252AF-8F02-4B2F-B734-FAD301B5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4EB168FC-F2FC-43A4-AFDA-724A6F5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2  ·  SECTION 2.2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B925FC-5A3D-4E4E-AB3A-4EEF2F2B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2.2 From fibre to fabric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2E0AA2E-09CC-41BD-849E-3C498B2E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1D1334E-631F-46BD-8C5D-0A33012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2A05DFF0-BC6D-47F0-A763-887374BC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8C531ACB-D709-4592-9FAE-02D89248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fibre is the smallest hair-like unit.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D501453E-3A78-4B1A-8F76-2211D50B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F2693B92-6F9C-4550-8067-33305DB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C91D1D3-584F-4E11-962D-5173C123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Fibres can be twisted into yarn , and yarns can be woven or knitted into fabric.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90378EF-25E4-4404-B03C-857DA08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D2FB080D-0EA3-46AF-8509-FECD779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C75DDBA8-43AF-4B7C-AD47-5236D455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Some fabrics are made by bonding or felting fibres rather than interlacing yarns.</a:t>
            </a:r>
          </a:p>
        </p:txBody>
      </p:sp>
    </p:spTree>
    <p:extLst>
      <p:ext uri="{BB962C8B-B14F-4D97-AF65-F5344CB8AC3E}">
        <p14:creationId xmlns:p14="http://schemas.microsoft.com/office/powerpoint/2010/main" val="1000581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DF081F81-8560-44A7-B05F-641D463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F8FCD26D-1581-44EF-BA5D-D450813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C733D861-A469-4E90-9B5C-B71ED521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2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1EC705-DB0E-480D-838E-8F93B6C9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149578-C9B5-41FF-AD8F-E868C65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Explain the difference between fibre, yarn and fabric.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56E733F4-791E-49BD-89E9-3242ADF0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35620ABC-365D-4155-8F95-4E1D3148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2712F66D-CF17-4315-BC3A-6212B70E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Describe the sequence and give one woven, knitted or bonded example.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119CA9A5-A0F9-4493-9263-C60F4973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F4E77DC5-9865-4511-B1D3-F2D61F31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fibre is… Fibres can become… Fabric is formed when…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55A62678-61DC-4682-B88F-8AB1E23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726299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299E9EC0-A717-4DA6-9E2D-B09EDBC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5896D65-47DB-4EC6-8155-1D9F0AB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2FDA013B-C807-4EB3-A8E5-941CC029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2  ·  SECTION 2.3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8F5162-E42F-4661-A1DC-933DCE30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2.3 Selecting by properties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D8633C-F949-47CA-8901-6EA487C0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449537DB-9238-4C87-9C06-E72AB61C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180ED835-3BE8-4CBB-942F-539C88E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7FB6BBE9-7FC7-4443-92E5-F762BEC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Designers compare properties such as strength, flexibility, thickness, absorbency, durability, handle, appearance and ease of care.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1EE5325-F57A-49AE-AA88-BD5FAD97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4D66F5BA-9E86-45A1-B6BE-89F696D8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1F882DEA-1717-4068-A80B-4AB28D7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They also consider how easily a material can be marked, cut, pinned, pressed and sewn.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D0B11764-07F8-40E3-8C03-8689BE0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7B14F3F1-1BA8-477C-9E7E-2B14CF6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FAF5CF70-C6E7-4A24-9ECC-9BD2C94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Record the actual materials available for your project and justify choices using observed properties.</a:t>
            </a:r>
          </a:p>
        </p:txBody>
      </p:sp>
    </p:spTree>
    <p:extLst>
      <p:ext uri="{BB962C8B-B14F-4D97-AF65-F5344CB8AC3E}">
        <p14:creationId xmlns:p14="http://schemas.microsoft.com/office/powerpoint/2010/main" val="1551731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23B2083E-6052-476E-8869-726DFEC0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BA159C62-7452-488D-A310-42624025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2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1D86A5D-55B5-4047-B54B-1F96B69F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A61292C9-8FC5-43B0-86F8-5B645559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Project Activity 2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30474A61-06EA-4C37-ADA6-7D2991D1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651994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2026-08-11T11:10:33.9210000Z</dcterms:created>
  <dcterms:modified xsi:type="dcterms:W3CDTF">2026-08-11T11:10:33.9210000Z</dcterms:modified>
</coreProperties>
</file>