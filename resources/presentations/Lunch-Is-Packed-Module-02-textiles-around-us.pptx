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ad0f1f446a4bc3" /><Relationship Type="http://schemas.openxmlformats.org/officeDocument/2006/relationships/extended-properties" Target="/docProps/app.xml" Id="Rb06e5ebd48a142f5" /><Relationship Type="http://schemas.openxmlformats.org/officeDocument/2006/relationships/officeDocument" Target="/ppt/presentation.xml" Id="Redc8961e8da648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77224db07f4cef"/>
  </p:sldMasterIdLst>
  <p:notesMasterIdLst>
    <p:notesMasterId xmlns:r="http://schemas.openxmlformats.org/officeDocument/2006/relationships" r:id="Rf85d6d2c242e403d"/>
  </p:notesMasterIdLst>
  <p:sldIdLst>
    <p:sldId xmlns:r="http://schemas.openxmlformats.org/officeDocument/2006/relationships" id="256" r:id="Re7383212ebad4b8a"/>
    <p:sldId xmlns:r="http://schemas.openxmlformats.org/officeDocument/2006/relationships" id="257" r:id="R3cb3fd0b2e604cdf"/>
    <p:sldId xmlns:r="http://schemas.openxmlformats.org/officeDocument/2006/relationships" id="258" r:id="R6a4355f90f3a4fdf"/>
    <p:sldId xmlns:r="http://schemas.openxmlformats.org/officeDocument/2006/relationships" id="259" r:id="R042833319f0646cb"/>
    <p:sldId xmlns:r="http://schemas.openxmlformats.org/officeDocument/2006/relationships" id="260" r:id="R7b1121a66e144f25"/>
    <p:sldId xmlns:r="http://schemas.openxmlformats.org/officeDocument/2006/relationships" id="261" r:id="Re8ccbbef2a1c4386"/>
    <p:sldId xmlns:r="http://schemas.openxmlformats.org/officeDocument/2006/relationships" id="262" r:id="R4a987d8b48e14d4b"/>
    <p:sldId xmlns:r="http://schemas.openxmlformats.org/officeDocument/2006/relationships" id="263" r:id="R1adec6a3a22047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5e5b1777f545a7" /><Relationship Type="http://schemas.openxmlformats.org/officeDocument/2006/relationships/slideMaster" Target="/ppt/slideMasters/slideMaster1.xml" Id="R4a77224db07f4cef" /><Relationship Type="http://schemas.openxmlformats.org/officeDocument/2006/relationships/notesMaster" Target="/ppt/notesMasters/notesMaster1.xml" Id="Rf85d6d2c242e403d" /><Relationship Type="http://schemas.openxmlformats.org/officeDocument/2006/relationships/presProps" Target="/ppt/presProps.xml" Id="R512eea0213ff4109" /><Relationship Type="http://schemas.openxmlformats.org/officeDocument/2006/relationships/tableStyles" Target="/ppt/tableStyles.xml" Id="Rdd1fe02259de4ee3" /><Relationship Type="http://schemas.openxmlformats.org/officeDocument/2006/relationships/slide" Target="/ppt/slides/slide1.xml" Id="Re7383212ebad4b8a" /><Relationship Type="http://schemas.openxmlformats.org/officeDocument/2006/relationships/slide" Target="/ppt/slides/slide2.xml" Id="R3cb3fd0b2e604cdf" /><Relationship Type="http://schemas.openxmlformats.org/officeDocument/2006/relationships/slide" Target="/ppt/slides/slide3.xml" Id="R6a4355f90f3a4fdf" /><Relationship Type="http://schemas.openxmlformats.org/officeDocument/2006/relationships/slide" Target="/ppt/slides/slide4.xml" Id="R042833319f0646cb" /><Relationship Type="http://schemas.openxmlformats.org/officeDocument/2006/relationships/slide" Target="/ppt/slides/slide5.xml" Id="R7b1121a66e144f25" /><Relationship Type="http://schemas.openxmlformats.org/officeDocument/2006/relationships/slide" Target="/ppt/slides/slide6.xml" Id="Re8ccbbef2a1c4386" /><Relationship Type="http://schemas.openxmlformats.org/officeDocument/2006/relationships/slide" Target="/ppt/slides/slide7.xml" Id="R4a987d8b48e14d4b" /><Relationship Type="http://schemas.openxmlformats.org/officeDocument/2006/relationships/slide" Target="/ppt/slides/slide8.xml" Id="R1adec6a3a22047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ef64c1d7434d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b5ade7f98245df" /><Relationship Type="http://schemas.openxmlformats.org/officeDocument/2006/relationships/notesMaster" Target="/ppt/notesMasters/notesMaster1.xml" Id="R0de238e8ed7e4b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f3e499a97b4524" /><Relationship Type="http://schemas.openxmlformats.org/officeDocument/2006/relationships/notesMaster" Target="/ppt/notesMasters/notesMaster1.xml" Id="R19bf35d4087d47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f76e439ead4a92" /><Relationship Type="http://schemas.openxmlformats.org/officeDocument/2006/relationships/notesMaster" Target="/ppt/notesMasters/notesMaster1.xml" Id="R7ade1cf0b65a43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85f978eab54ee4" /><Relationship Type="http://schemas.openxmlformats.org/officeDocument/2006/relationships/notesMaster" Target="/ppt/notesMasters/notesMaster1.xml" Id="R1b071dfd5a684e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6798cfa8f34fbb" /><Relationship Type="http://schemas.openxmlformats.org/officeDocument/2006/relationships/notesMaster" Target="/ppt/notesMasters/notesMaster1.xml" Id="R7302bc8fe5aa4a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f66c3cff4b48c3" /><Relationship Type="http://schemas.openxmlformats.org/officeDocument/2006/relationships/notesMaster" Target="/ppt/notesMasters/notesMaster1.xml" Id="Re2905919bc954b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12cd109efb486f" /><Relationship Type="http://schemas.openxmlformats.org/officeDocument/2006/relationships/notesMaster" Target="/ppt/notesMasters/notesMaster1.xml" Id="R088b35f6927544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80390e25274661" /><Relationship Type="http://schemas.openxmlformats.org/officeDocument/2006/relationships/notesMaster" Target="/ppt/notesMasters/notesMaster1.xml" Id="R99dd9bcb8de14f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9d3d081bff49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ed456b096e4855" /><Relationship Type="http://schemas.openxmlformats.org/officeDocument/2006/relationships/slideLayout" Target="/ppt/slideLayouts/slideLayout1.xml" Id="R0707c81e0cda44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07c81e0cda44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8c68d727e4926" /><Relationship Type="http://schemas.openxmlformats.org/officeDocument/2006/relationships/image" Target="/ppt/media/image.png" Id="R4140ec7937594d92" /><Relationship Type="http://schemas.openxmlformats.org/officeDocument/2006/relationships/notesSlide" Target="/ppt/notesSlides/notesSlide1.xml" Id="R2f031801be3241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45e572b5b484e" /><Relationship Type="http://schemas.openxmlformats.org/officeDocument/2006/relationships/notesSlide" Target="/ppt/notesSlides/notesSlide2.xml" Id="R4181e74282b74b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02c8bd85b42c0" /><Relationship Type="http://schemas.openxmlformats.org/officeDocument/2006/relationships/notesSlide" Target="/ppt/notesSlides/notesSlide3.xml" Id="R6016d9910bf748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ac8215d1fc4f8e" /><Relationship Type="http://schemas.openxmlformats.org/officeDocument/2006/relationships/notesSlide" Target="/ppt/notesSlides/notesSlide4.xml" Id="R5baf868e81a44e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4496d90c64a79" /><Relationship Type="http://schemas.openxmlformats.org/officeDocument/2006/relationships/notesSlide" Target="/ppt/notesSlides/notesSlide5.xml" Id="R5ede3b134ac64d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6adc3ca244eec" /><Relationship Type="http://schemas.openxmlformats.org/officeDocument/2006/relationships/notesSlide" Target="/ppt/notesSlides/notesSlide6.xml" Id="R6ccd06e6086542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6078a1cb4435a" /><Relationship Type="http://schemas.openxmlformats.org/officeDocument/2006/relationships/notesSlide" Target="/ppt/notesSlides/notesSlide7.xml" Id="Rf9678daf45eb4e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f4a020a794f5e" /><Relationship Type="http://schemas.openxmlformats.org/officeDocument/2006/relationships/notesSlide" Target="/ppt/notesSlides/notesSlide8.xml" Id="Rdb8e6ce1fffc462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C33C26A8-C3E9-48E9-BDC4-9C09A5C1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40ec7937594d92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34B2D196-48E2-4881-BBC2-5F19C42E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2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BD783A13-AC0F-406C-B21B-780F62D7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Textiles around us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CDBA1449-DE6F-4F97-B581-51C14F85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Understand textile products, fibres, fabrics and useful properties.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186DD962-4771-457F-A917-995F87E5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6425103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9A083B95-EC8E-4225-B852-02B3C429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C92A6ECE-CD0B-4422-A585-084457D7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2AF439A1-FF1D-456D-AF09-F74EAB69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2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196732-516E-45A0-BE1A-C5777059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F937F36-4A25-44C8-817D-8DB4EFEE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120AE011-4B09-4AD8-AE07-44DA2AAF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8856435F-D3EC-48F2-B464-C050F6A4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15A6AD72-1761-482A-A8E8-67FD8F6B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2.1 Textiles in everyday life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969482CF-5876-457D-9F35-E065951A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A139F9FF-3C96-496C-ADFB-BA180418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9CBBE051-C06E-44C1-B597-F4C1E9B9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2.2 From fibre to fabric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A641FB7-31CD-4FE6-9BDE-7EA4EB71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75F48CDE-A1C1-420D-B94A-1E2134D9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3733854-0533-4723-A574-DD1DCBBA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2.3 Selecting by properties</a:t>
            </a:r>
          </a:p>
        </p:txBody>
      </p:sp>
    </p:spTree>
    <p:extLst>
      <p:ext uri="{BB962C8B-B14F-4D97-AF65-F5344CB8AC3E}">
        <p14:creationId xmlns:p14="http://schemas.microsoft.com/office/powerpoint/2010/main" val="256640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3D668352-496C-4C1D-BCEB-57381F89B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4EAD5C2A-F259-48A6-B838-939F2377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B0E8136A-6EFA-4307-980F-38143345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2  ·  SECTION 2.1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827A36-11AF-4C44-9899-720EA56F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2.1 Textiles in everyday life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65AF7E2-353B-4A83-8843-5CF1B1AD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E7B93297-C351-442B-9A05-E029169C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B4E7EB88-6F8C-4259-A877-67D02245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554AB5FD-C1B2-43DD-AE13-4972ED63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Textiles are flexible materials made from fibres, yarns, fabrics or combinations of these.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B4E8F034-BAF9-494B-9190-B883C48C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325A3E64-9E5C-44DF-8F56-B3F755F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BD0E41BB-51B9-4E80-B608-3C9B6F35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Textile products are systems, not just pieces of fabric.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73EDB2CF-6BE6-4AF8-A24E-91441612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EFADFFE8-342A-48FB-85A5-3956D5B9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EAA49D4-03AD-4223-8196-24B63659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When investigating a product, move from name it to explain it : identify the component, state its function, name the property that supports that function and note a p…</a:t>
            </a:r>
          </a:p>
        </p:txBody>
      </p:sp>
    </p:spTree>
    <p:extLst>
      <p:ext uri="{BB962C8B-B14F-4D97-AF65-F5344CB8AC3E}">
        <p14:creationId xmlns:p14="http://schemas.microsoft.com/office/powerpoint/2010/main" val="8136626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8F2CC8D3-BBBD-4491-965E-A56E4594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BFC374F-7D55-44A6-8E80-01021695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96068F0F-8513-4797-A09E-4FE5DF0A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2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3774BC-DC84-4B99-A89F-F3D8E2DB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DDA30D3-796C-4D5D-A2C2-4FD8ABC74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Identify six textile products and explain one property each product needs.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4B43A168-D6B3-4B63-8C1E-756D281F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64AF8E77-4066-4E91-A2FE-9B773FB7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25488C99-322D-4B9B-A667-2D1F86F3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Choose products from more than one context and connect property to function.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88A384D6-9C1A-405B-AD86-B8120BE4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74D0901A-32DB-4270-AED2-4CC876AC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A… is a textile product used for… It needs… because…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EA08FC3A-F927-41B2-BA06-0895AED0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7932543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3F1B2D33-A6DC-4C67-BEC1-762D195D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26F0FD8E-3301-474D-BC26-E832E707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EB21FE0-3F80-4988-BD76-31631652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2  ·  SECTION 2.2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1964AA-91D2-4AB7-BD3A-E82C4838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2.2 From fibre to fabric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C0DCB83-8C4E-4126-A580-E3F89AFE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3A4624D-FB5A-424D-AFA6-D52ECBD0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36DB0212-1E8C-4DE4-8C61-F0766364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A5F46CB5-A82A-4E60-84E1-5CE3E9E6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fibre is the smallest hair-like unit.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9DA7E183-B1EF-42FD-BBC1-903A954C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84FE5209-AD45-4048-9953-427D4A4D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7F772E51-E06A-4F60-9913-62CFF128E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Woven structures usually show two sets of yarns crossing at right angles.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A7D10E03-F6F0-4D56-966E-2A179D5C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C9B1AE8E-9E68-44A6-A6B4-4E7F73A7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0ED13C3B-F63D-4C1B-BDF4-AF8F43FD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Structure does not determine every property, but it gives useful clues.</a:t>
            </a:r>
          </a:p>
        </p:txBody>
      </p:sp>
    </p:spTree>
    <p:extLst>
      <p:ext uri="{BB962C8B-B14F-4D97-AF65-F5344CB8AC3E}">
        <p14:creationId xmlns:p14="http://schemas.microsoft.com/office/powerpoint/2010/main" val="10796562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780A8A9E-E565-4431-8700-4E33A4C5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08BD5835-7864-4BC0-ACC4-958B6BB9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9234F9D-A2B7-467B-90C3-4E3465A3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2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44AC98-1152-41CF-9934-73A237BA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D2112AF-5332-48F8-B0DC-2335AAC5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Explain the difference between fibre, yarn and fabric.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4132AD2D-93A6-4B1C-8F1F-8D528893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93097479-366E-495F-AFFD-8177F64C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AC29B533-359F-427B-B0A2-D91867A0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Describe the sequence and give one woven, knitted or bonded example.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44C95498-51C2-4386-9256-A53C9C86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04113DC2-EB7C-4C4B-97F4-8CC51FFD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fibre is… Fibres can become… Fabric is formed when…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211397C2-7D07-41F5-B562-0F46717B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247640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8CB2B01B-18D6-47FE-9A08-1B5AA711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5AD5DBE-51D4-482B-A368-3E035BF4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DE878C1-C3D3-432E-AD0E-B001E9A8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2  ·  SECTION 2.3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ACABC8-2C3D-412C-8EDC-90F682E7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2.3 Selecting by properties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20923D3-BEA9-42E9-8966-E509B80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BA8ACA8B-67FB-43E2-B692-553BAE99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154FBF32-CC4D-4FE2-9EC1-44B98BE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69EDD73D-4B8B-4F0E-A457-344121A8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Designers compare properties such as strength, flexibility, thickness, absorbency, durability, handle, appearance and ease of care.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73AAE268-FCE6-4D55-9199-3EF6A40F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1154C913-DF04-422D-B3CF-680EB947A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875BF46C-A81E-47C0-BC47-C947D771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thick material may offer body but be harder to fold accurately.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9861A27-9675-4828-8D31-6DE9F3DC7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40D45131-7301-4B3B-B934-F55BEB96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C276EEA7-4D61-4C37-B109-9D6DD9C9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Give more importance to properties that directly affect function and safe construction, then explain why the chosen balance suits the brief.</a:t>
            </a:r>
          </a:p>
        </p:txBody>
      </p:sp>
    </p:spTree>
    <p:extLst>
      <p:ext uri="{BB962C8B-B14F-4D97-AF65-F5344CB8AC3E}">
        <p14:creationId xmlns:p14="http://schemas.microsoft.com/office/powerpoint/2010/main" val="17116516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F24726C1-5383-4269-8885-9F9F4701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247B07BF-3C66-4070-867E-7F065777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2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78B75FC-4DA8-41C3-80CF-D4C1291C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4CB3BB0A-FAC4-4C02-88C8-65B3EFAD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the Textile sample investigation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D42C6289-51BE-4257-87A5-6AAD01EC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1732532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2026-08-11T12:15:39.6850000Z</dcterms:created>
  <dcterms:modified xsi:type="dcterms:W3CDTF">2026-08-11T12:15:39.6850000Z</dcterms:modified>
</coreProperties>
</file>