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14a58515464271" /><Relationship Type="http://schemas.openxmlformats.org/officeDocument/2006/relationships/extended-properties" Target="/docProps/app.xml" Id="R3bf60892a9a1464f" /><Relationship Type="http://schemas.openxmlformats.org/officeDocument/2006/relationships/officeDocument" Target="/ppt/presentation.xml" Id="R14c98b15f31e4d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c417ec80949e5"/>
  </p:sldMasterIdLst>
  <p:notesMasterIdLst>
    <p:notesMasterId xmlns:r="http://schemas.openxmlformats.org/officeDocument/2006/relationships" r:id="Ra894f2ae29034d72"/>
  </p:notesMasterIdLst>
  <p:sldIdLst>
    <p:sldId xmlns:r="http://schemas.openxmlformats.org/officeDocument/2006/relationships" id="256" r:id="Rb7bde91a05ad479f"/>
    <p:sldId xmlns:r="http://schemas.openxmlformats.org/officeDocument/2006/relationships" id="257" r:id="Rf54363626794422c"/>
    <p:sldId xmlns:r="http://schemas.openxmlformats.org/officeDocument/2006/relationships" id="258" r:id="Rff2cb69c280e4513"/>
    <p:sldId xmlns:r="http://schemas.openxmlformats.org/officeDocument/2006/relationships" id="259" r:id="Ra32f8ffaa6ae46a0"/>
    <p:sldId xmlns:r="http://schemas.openxmlformats.org/officeDocument/2006/relationships" id="260" r:id="Rcb959dd39e1148f2"/>
    <p:sldId xmlns:r="http://schemas.openxmlformats.org/officeDocument/2006/relationships" id="261" r:id="R5ccfe6e022a54080"/>
    <p:sldId xmlns:r="http://schemas.openxmlformats.org/officeDocument/2006/relationships" id="262" r:id="R5bd384a66ff44964"/>
    <p:sldId xmlns:r="http://schemas.openxmlformats.org/officeDocument/2006/relationships" id="263" r:id="R87431cbbdd2a40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b191bb296941e7" /><Relationship Type="http://schemas.openxmlformats.org/officeDocument/2006/relationships/slideMaster" Target="/ppt/slideMasters/slideMaster1.xml" Id="Rf6cc417ec80949e5" /><Relationship Type="http://schemas.openxmlformats.org/officeDocument/2006/relationships/notesMaster" Target="/ppt/notesMasters/notesMaster1.xml" Id="Ra894f2ae29034d72" /><Relationship Type="http://schemas.openxmlformats.org/officeDocument/2006/relationships/presProps" Target="/ppt/presProps.xml" Id="R673bc038c031462c" /><Relationship Type="http://schemas.openxmlformats.org/officeDocument/2006/relationships/tableStyles" Target="/ppt/tableStyles.xml" Id="Rce56187b4a994e01" /><Relationship Type="http://schemas.openxmlformats.org/officeDocument/2006/relationships/slide" Target="/ppt/slides/slide1.xml" Id="Rb7bde91a05ad479f" /><Relationship Type="http://schemas.openxmlformats.org/officeDocument/2006/relationships/slide" Target="/ppt/slides/slide2.xml" Id="Rf54363626794422c" /><Relationship Type="http://schemas.openxmlformats.org/officeDocument/2006/relationships/slide" Target="/ppt/slides/slide3.xml" Id="Rff2cb69c280e4513" /><Relationship Type="http://schemas.openxmlformats.org/officeDocument/2006/relationships/slide" Target="/ppt/slides/slide4.xml" Id="Ra32f8ffaa6ae46a0" /><Relationship Type="http://schemas.openxmlformats.org/officeDocument/2006/relationships/slide" Target="/ppt/slides/slide5.xml" Id="Rcb959dd39e1148f2" /><Relationship Type="http://schemas.openxmlformats.org/officeDocument/2006/relationships/slide" Target="/ppt/slides/slide6.xml" Id="R5ccfe6e022a54080" /><Relationship Type="http://schemas.openxmlformats.org/officeDocument/2006/relationships/slide" Target="/ppt/slides/slide7.xml" Id="R5bd384a66ff44964" /><Relationship Type="http://schemas.openxmlformats.org/officeDocument/2006/relationships/slide" Target="/ppt/slides/slide8.xml" Id="R87431cbbdd2a40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e432073f764a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85d45965574fa4" /><Relationship Type="http://schemas.openxmlformats.org/officeDocument/2006/relationships/notesMaster" Target="/ppt/notesMasters/notesMaster1.xml" Id="R1d824eba877941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126e131bc74efd" /><Relationship Type="http://schemas.openxmlformats.org/officeDocument/2006/relationships/notesMaster" Target="/ppt/notesMasters/notesMaster1.xml" Id="R424a6f35cff04b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9be3eaad1e4039" /><Relationship Type="http://schemas.openxmlformats.org/officeDocument/2006/relationships/notesMaster" Target="/ppt/notesMasters/notesMaster1.xml" Id="Ref5b74f5269842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69b6aec6a2493c" /><Relationship Type="http://schemas.openxmlformats.org/officeDocument/2006/relationships/notesMaster" Target="/ppt/notesMasters/notesMaster1.xml" Id="R1b4f850ca7004b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c6953438094573" /><Relationship Type="http://schemas.openxmlformats.org/officeDocument/2006/relationships/notesMaster" Target="/ppt/notesMasters/notesMaster1.xml" Id="R2cbab7b27d6e47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72b5e105c04ba3" /><Relationship Type="http://schemas.openxmlformats.org/officeDocument/2006/relationships/notesMaster" Target="/ppt/notesMasters/notesMaster1.xml" Id="R8547a6a3f5a948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f78d8596c54a98" /><Relationship Type="http://schemas.openxmlformats.org/officeDocument/2006/relationships/notesMaster" Target="/ppt/notesMasters/notesMaster1.xml" Id="R524384fa91ad44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d5ebfdf6454e8f" /><Relationship Type="http://schemas.openxmlformats.org/officeDocument/2006/relationships/notesMaster" Target="/ppt/notesMasters/notesMaster1.xml" Id="R455c55fb2b7d46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504dc884247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c04001639a4753" /><Relationship Type="http://schemas.openxmlformats.org/officeDocument/2006/relationships/slideLayout" Target="/ppt/slideLayouts/slideLayout1.xml" Id="Rdd602b4368c743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02b4368c743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8d7c31d6e4255" /><Relationship Type="http://schemas.openxmlformats.org/officeDocument/2006/relationships/image" Target="/ppt/media/image.png" Id="Rf9ac55b6f3dc4a64" /><Relationship Type="http://schemas.openxmlformats.org/officeDocument/2006/relationships/notesSlide" Target="/ppt/notesSlides/notesSlide1.xml" Id="Ra4faac1a50ce47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a6fef5f7943c4" /><Relationship Type="http://schemas.openxmlformats.org/officeDocument/2006/relationships/notesSlide" Target="/ppt/notesSlides/notesSlide2.xml" Id="R4fffbfe4ae774d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7f8c3961242b4" /><Relationship Type="http://schemas.openxmlformats.org/officeDocument/2006/relationships/notesSlide" Target="/ppt/notesSlides/notesSlide3.xml" Id="Rc3d4467b8c034d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c290006a14594" /><Relationship Type="http://schemas.openxmlformats.org/officeDocument/2006/relationships/notesSlide" Target="/ppt/notesSlides/notesSlide4.xml" Id="R57abf015429349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8af8548834058" /><Relationship Type="http://schemas.openxmlformats.org/officeDocument/2006/relationships/notesSlide" Target="/ppt/notesSlides/notesSlide5.xml" Id="Ree799a92a47b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f77ae85da4ad0" /><Relationship Type="http://schemas.openxmlformats.org/officeDocument/2006/relationships/notesSlide" Target="/ppt/notesSlides/notesSlide6.xml" Id="R466720ae76c043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310f8544c4e0e" /><Relationship Type="http://schemas.openxmlformats.org/officeDocument/2006/relationships/notesSlide" Target="/ppt/notesSlides/notesSlide7.xml" Id="Rb079a22df70f48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33afb02534cf8" /><Relationship Type="http://schemas.openxmlformats.org/officeDocument/2006/relationships/notesSlide" Target="/ppt/notesSlides/notesSlide8.xml" Id="R8ae22c9db68143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EC0C4C83-1551-48D0-9F22-2036E0ED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c55b6f3dc4a64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4388492B-AB7A-43DC-A1DB-B06A1355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7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86A5B836-194B-43E8-AAAD-F0074C76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Set up and practise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9BDB25C-1D98-4812-BB7F-E0A497E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Build control before sewing the project pieces.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0372426B-BDFB-4D35-AADA-F1AAB06B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55014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5B534F04-8303-4B19-B191-00D6FE0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985B1FB5-E90E-4BB4-9B3F-4DE112F6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D1588409-56D5-4BEA-82FE-CCDD02F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7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A44836-12EB-4BF0-84CF-AE175A30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0A50040-9B21-4566-B3CB-B53CFBBB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35785C9-66CA-4BFD-B6BF-A345B14D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5D71A743-BAED-404C-B94F-FB4925BD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5C586258-987A-40C0-B3CD-88AAF0DF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7.1 Threading and the bobbin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A4C0E6F4-EB9B-4439-9F74-AAD74145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1F6A8A49-3111-4B44-89A8-EAA00B7C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3A6C8FD8-FE9A-4800-9523-C5C3A0F2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7.2 Starting, guiding and finishing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B5254C28-DE7E-4C1D-8CB3-1A3598AC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F23F37CF-725C-40F7-81B5-861F16EF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BF1932C9-C827-4E74-A36C-27E1570A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7.3 Reading stitch quality</a:t>
            </a:r>
          </a:p>
        </p:txBody>
      </p:sp>
    </p:spTree>
    <p:extLst>
      <p:ext uri="{BB962C8B-B14F-4D97-AF65-F5344CB8AC3E}">
        <p14:creationId xmlns:p14="http://schemas.microsoft.com/office/powerpoint/2010/main" val="1650138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774064D7-B9C3-4557-982C-AB9A903C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3C5A6C7A-D186-4AB7-AB71-E25037AA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318DF4D8-8725-42EB-B8B6-404A9864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7  ·  SECTION 7.1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870587-51FF-42FD-A5DE-27FA38EE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7.1 Threading and the bobbin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500338-1AC1-4D26-A56A-3ED7D4B9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BCAEDF63-B18D-418F-B03C-1C79BE1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209F7C7A-9F6A-4C07-8D35-2E0CB4EC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95F0C1E8-77D8-47D1-84B8-5EC4B0DA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correct setup follows the machine’s approved thread path, places the bobbin in the correct orientation and brings both threads into the starting position.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09EF4140-B4FD-45ED-A150-EC3F6729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E11DCA22-AC43-4C4D-B884-4ACDCFA6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3C015814-5F49-48A0-8756-3EA7ECC6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Trace the complete upper path, check the needle-area threading direction, confirm the bobbin orientation and bring threads to the demonstrated starting position.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A04216BC-D202-47A4-8CFC-CF502BB2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CFB50CD3-1ED6-4B1E-9BA3-1047A4B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5294E138-BA04-4730-B252-0B675D5C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One change at a time makes the cause easier to identify and prevents random settings from creating a second problem.</a:t>
            </a:r>
          </a:p>
        </p:txBody>
      </p:sp>
    </p:spTree>
    <p:extLst>
      <p:ext uri="{BB962C8B-B14F-4D97-AF65-F5344CB8AC3E}">
        <p14:creationId xmlns:p14="http://schemas.microsoft.com/office/powerpoint/2010/main" val="1779470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3ABD7C1D-7E42-40D9-9D20-CCBD0FE3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1EB59BF7-A959-4059-A91B-86079AA8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29B538DF-74C7-4149-807B-889A0BA3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7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EA81C0-48FC-4908-BA91-7B7DD20F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8017DA8-54DF-4450-B6CE-E867F982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Write a setup checklist for the classroom machine.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571EFDB6-E920-496E-AB80-464D9E6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F8E6646F-1EDD-47FC-AE65-B6E2253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A4DE4138-2349-443F-BCFD-F2EDEF95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Use observed local steps and avoid claiming one universal thread path.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5C278000-F1D9-4818-A05B-A5FF51C3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3C519DDD-E307-4B9F-A683-6D84A828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With the machine switched off, I will…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6B90C5E7-F3C1-4089-9B0C-78B5F49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827788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9DCE7D0F-D901-47A9-8755-762EC987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51E2054E-899C-450E-BB31-F249FD09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F89090A0-5438-41CD-A955-EA7D79EC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7  ·  SECTION 7.2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029738-0E87-4141-8507-573B793B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7.2 Starting, guiding and finishing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309A1A-2F37-4093-98EB-34677BC6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02049D4E-5388-43D6-A395-34FEBF33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F9E4906C-8097-4D33-B383-BF29FDFE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570DEF88-2D7D-4FCA-AAD3-2F4739D6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Begin with the presser foot down, threads positioned as demonstrated and hands safely guiding the fabric.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9E8A57DB-59E9-46D0-94EF-EE87B00F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29CEC55A-798F-4600-AFCA-65AE29F0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0370596A-ADD3-4448-B6F2-2EE8750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Secure stitching using the teacher-approved method, stop with control and remove work without pulling against the needle.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3AA7A497-54C5-41F1-838F-318957AC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E1B5EAA6-4210-4552-A7D5-A91C6D57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DDA3CA98-3A4C-4137-ACAB-8536DDB0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Support the fabric so its weight does not drag the seam sideways.</a:t>
            </a:r>
          </a:p>
        </p:txBody>
      </p:sp>
    </p:spTree>
    <p:extLst>
      <p:ext uri="{BB962C8B-B14F-4D97-AF65-F5344CB8AC3E}">
        <p14:creationId xmlns:p14="http://schemas.microsoft.com/office/powerpoint/2010/main" val="687491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74EA2289-D245-440E-8203-4D7411B0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394A1C12-F6AD-434E-B90F-1E0D2504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42F9BA36-8AE4-4A55-9955-E9C1E4E9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7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966756-BCA0-474E-B319-F4D5B1C4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317209-9D6C-4034-8BEC-07C22D9C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Explain how you will sew an accurate straight seam.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E4761BDA-94E7-4F23-8E93-278BE55E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A861A9F1-08B8-48A8-B5BC-CE34A0B8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2E5E1865-B98D-45DE-BD08-0C204FC5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Describe setup, hand position, visual focus, speed and finishing.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77E14E83-41ED-4450-B7D9-9C0EB5B0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DD6561F8-5E14-4936-BF37-CAD5EDB7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I will begin by… While sewing I will watch…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271B8BF2-7785-4FA7-A9F5-AB5EFADA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238652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86F5D91D-11D9-4229-8899-26710659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985911AB-FD04-46B8-8F7F-4C8342B9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75DF6731-9741-4812-AB2D-7640CCFB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7  ·  SECTION 7.3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561F4D-8FD4-46C4-9410-821479E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7.3 Reading stitch quality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85475A-E12E-4D40-80A1-3E370483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F43FC5A-3D8A-437B-B624-F88558C4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FEE6618B-DDB4-4690-B215-75E656EB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01EF84C0-17D0-46B6-8BDB-2A77795D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Balanced stitches look even on both sides of the fabric, without loops, puckering, skipped stitches or broken thread.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D1733DAF-DA1E-4D75-8F84-49BE05D5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850257C7-56B2-4B09-A645-A429C8E8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35AFA339-3105-443B-B777-69BDBE92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Do not keep sewing over a fault—check with the teacher and record the cause and correction.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B410EDAD-F65D-4BC9-856D-BF1DAA9B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D362C068-83B0-42DC-8B6B-86B192D9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C4767A21-DCC6-4D57-BEF9-A75874C5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Loops can indicate a threading or setup issue; puckering may involve material, stitch choice, handling or setup; skipped stitches may require a teacher check of the n…</a:t>
            </a:r>
          </a:p>
        </p:txBody>
      </p:sp>
    </p:spTree>
    <p:extLst>
      <p:ext uri="{BB962C8B-B14F-4D97-AF65-F5344CB8AC3E}">
        <p14:creationId xmlns:p14="http://schemas.microsoft.com/office/powerpoint/2010/main" val="1207316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8232287-0A3A-4C12-B833-4495BBB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D062728C-69C9-4FB1-8CDC-E0FA130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7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5413DDF8-AD53-4174-97EF-07E71690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A09436DE-AD2C-4FF7-9D01-6B394E44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the Stitch detective lab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259A0385-7510-47D6-839B-0D5F5E97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829348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2026-08-11T12:15:44.1810000Z</dcterms:created>
  <dcterms:modified xsi:type="dcterms:W3CDTF">2026-08-11T12:15:44.1810000Z</dcterms:modified>
</coreProperties>
</file>