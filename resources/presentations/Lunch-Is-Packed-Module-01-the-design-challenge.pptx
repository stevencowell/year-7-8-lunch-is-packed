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65d073476849f6" /><Relationship Type="http://schemas.openxmlformats.org/officeDocument/2006/relationships/extended-properties" Target="/docProps/app.xml" Id="Red23d0c073fc4b0f" /><Relationship Type="http://schemas.openxmlformats.org/officeDocument/2006/relationships/officeDocument" Target="/ppt/presentation.xml" Id="R966bda4e80a54a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d1afce14074834"/>
  </p:sldMasterIdLst>
  <p:notesMasterIdLst>
    <p:notesMasterId xmlns:r="http://schemas.openxmlformats.org/officeDocument/2006/relationships" r:id="Rd12074ab739c412e"/>
  </p:notesMasterIdLst>
  <p:sldIdLst>
    <p:sldId xmlns:r="http://schemas.openxmlformats.org/officeDocument/2006/relationships" id="256" r:id="R572ec407bddf4b9c"/>
    <p:sldId xmlns:r="http://schemas.openxmlformats.org/officeDocument/2006/relationships" id="257" r:id="R96c3d7b99ba440cb"/>
    <p:sldId xmlns:r="http://schemas.openxmlformats.org/officeDocument/2006/relationships" id="258" r:id="Re0e8644a1aa441b7"/>
    <p:sldId xmlns:r="http://schemas.openxmlformats.org/officeDocument/2006/relationships" id="259" r:id="Rf10ee637ffd6425a"/>
    <p:sldId xmlns:r="http://schemas.openxmlformats.org/officeDocument/2006/relationships" id="260" r:id="R4a713075af584357"/>
    <p:sldId xmlns:r="http://schemas.openxmlformats.org/officeDocument/2006/relationships" id="261" r:id="Rdbed34296ff74580"/>
    <p:sldId xmlns:r="http://schemas.openxmlformats.org/officeDocument/2006/relationships" id="262" r:id="Red5e407e3ffb4414"/>
    <p:sldId xmlns:r="http://schemas.openxmlformats.org/officeDocument/2006/relationships" id="263" r:id="R69a018584c3b47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65078eace42e9" /><Relationship Type="http://schemas.openxmlformats.org/officeDocument/2006/relationships/slideMaster" Target="/ppt/slideMasters/slideMaster1.xml" Id="Rddd1afce14074834" /><Relationship Type="http://schemas.openxmlformats.org/officeDocument/2006/relationships/notesMaster" Target="/ppt/notesMasters/notesMaster1.xml" Id="Rd12074ab739c412e" /><Relationship Type="http://schemas.openxmlformats.org/officeDocument/2006/relationships/presProps" Target="/ppt/presProps.xml" Id="Rfcd9b68edfb04947" /><Relationship Type="http://schemas.openxmlformats.org/officeDocument/2006/relationships/tableStyles" Target="/ppt/tableStyles.xml" Id="R7706bad310a6497e" /><Relationship Type="http://schemas.openxmlformats.org/officeDocument/2006/relationships/slide" Target="/ppt/slides/slide1.xml" Id="R572ec407bddf4b9c" /><Relationship Type="http://schemas.openxmlformats.org/officeDocument/2006/relationships/slide" Target="/ppt/slides/slide2.xml" Id="R96c3d7b99ba440cb" /><Relationship Type="http://schemas.openxmlformats.org/officeDocument/2006/relationships/slide" Target="/ppt/slides/slide3.xml" Id="Re0e8644a1aa441b7" /><Relationship Type="http://schemas.openxmlformats.org/officeDocument/2006/relationships/slide" Target="/ppt/slides/slide4.xml" Id="Rf10ee637ffd6425a" /><Relationship Type="http://schemas.openxmlformats.org/officeDocument/2006/relationships/slide" Target="/ppt/slides/slide5.xml" Id="R4a713075af584357" /><Relationship Type="http://schemas.openxmlformats.org/officeDocument/2006/relationships/slide" Target="/ppt/slides/slide6.xml" Id="Rdbed34296ff74580" /><Relationship Type="http://schemas.openxmlformats.org/officeDocument/2006/relationships/slide" Target="/ppt/slides/slide7.xml" Id="Red5e407e3ffb4414" /><Relationship Type="http://schemas.openxmlformats.org/officeDocument/2006/relationships/slide" Target="/ppt/slides/slide8.xml" Id="R69a018584c3b47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0a66f719b841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15e2604884015" /><Relationship Type="http://schemas.openxmlformats.org/officeDocument/2006/relationships/notesMaster" Target="/ppt/notesMasters/notesMaster1.xml" Id="R1f3090da94944f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8fff7b8d484ddd" /><Relationship Type="http://schemas.openxmlformats.org/officeDocument/2006/relationships/notesMaster" Target="/ppt/notesMasters/notesMaster1.xml" Id="Rd54cb7a342fc44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b4fe8a6f094060" /><Relationship Type="http://schemas.openxmlformats.org/officeDocument/2006/relationships/notesMaster" Target="/ppt/notesMasters/notesMaster1.xml" Id="Rbfc50f5189804b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30ac7df5c54247" /><Relationship Type="http://schemas.openxmlformats.org/officeDocument/2006/relationships/notesMaster" Target="/ppt/notesMasters/notesMaster1.xml" Id="R03248bfb5b6341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612489d1ba4f47" /><Relationship Type="http://schemas.openxmlformats.org/officeDocument/2006/relationships/notesMaster" Target="/ppt/notesMasters/notesMaster1.xml" Id="R0924b4d653b242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dec247ea424a48" /><Relationship Type="http://schemas.openxmlformats.org/officeDocument/2006/relationships/notesMaster" Target="/ppt/notesMasters/notesMaster1.xml" Id="R2941b9823dd34a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0be3642d2a4fdd" /><Relationship Type="http://schemas.openxmlformats.org/officeDocument/2006/relationships/notesMaster" Target="/ppt/notesMasters/notesMaster1.xml" Id="Rc348e704b38046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4f21a9bd684941" /><Relationship Type="http://schemas.openxmlformats.org/officeDocument/2006/relationships/notesMaster" Target="/ppt/notesMasters/notesMaster1.xml" Id="Rf6773ea2166648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20a98ab32844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9228370ecf47f6" /><Relationship Type="http://schemas.openxmlformats.org/officeDocument/2006/relationships/slideLayout" Target="/ppt/slideLayouts/slideLayout1.xml" Id="Raeed3e6f4ae94a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ed3e6f4ae94a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ff363e76b4b03" /><Relationship Type="http://schemas.openxmlformats.org/officeDocument/2006/relationships/image" Target="/ppt/media/image.png" Id="R075a9dc91fa04eda" /><Relationship Type="http://schemas.openxmlformats.org/officeDocument/2006/relationships/notesSlide" Target="/ppt/notesSlides/notesSlide1.xml" Id="R16a55c7b34fa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3adffb5e44647" /><Relationship Type="http://schemas.openxmlformats.org/officeDocument/2006/relationships/notesSlide" Target="/ppt/notesSlides/notesSlide2.xml" Id="R244adfc9476b40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5172d30c64e7d" /><Relationship Type="http://schemas.openxmlformats.org/officeDocument/2006/relationships/notesSlide" Target="/ppt/notesSlides/notesSlide3.xml" Id="Raffffc795f1c40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665fb1fb4433b" /><Relationship Type="http://schemas.openxmlformats.org/officeDocument/2006/relationships/notesSlide" Target="/ppt/notesSlides/notesSlide4.xml" Id="Rbd46399fabdc49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a04c4af2d4a33" /><Relationship Type="http://schemas.openxmlformats.org/officeDocument/2006/relationships/notesSlide" Target="/ppt/notesSlides/notesSlide5.xml" Id="R6b796d02d01242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b9708ea354461" /><Relationship Type="http://schemas.openxmlformats.org/officeDocument/2006/relationships/notesSlide" Target="/ppt/notesSlides/notesSlide6.xml" Id="R225de13f0fa44a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4dc410c134906" /><Relationship Type="http://schemas.openxmlformats.org/officeDocument/2006/relationships/notesSlide" Target="/ppt/notesSlides/notesSlide7.xml" Id="R795c0a9dde3d4f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efc464fca464f" /><Relationship Type="http://schemas.openxmlformats.org/officeDocument/2006/relationships/notesSlide" Target="/ppt/notesSlides/notesSlide8.xml" Id="R5b7042ce1aa648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CB11BBBF-2391-4B01-AF85-075383A0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a9dc91fa04eda"/>
          <a:srcRect xmlns:a="http://schemas.openxmlformats.org/drawingml/2006/main" l="30134" t="0" r="30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EA20367C-156F-4403-AE03-6AB64DC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1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2AB98F51-F7A8-4FE9-BD80-912220C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The design challenge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6923ECB-F8DE-41F2-91E8-ABEDDCC8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Understand the need, user and evidence before designing a lunch bag.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F0EAF23D-02AE-410C-B677-875A7F45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1895160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C832720F-29C1-41F8-9A54-AA478208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27DB04EC-7365-4357-AFE7-CBE9B026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8B6DD801-42B4-4030-A961-8B2C00F5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F02BE0-1B08-488C-9CF4-551200D7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BAD068-28D2-45A0-A43D-B9D8639D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420BC4E1-1F7E-4FB0-B35C-68762425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D748DABD-8373-4561-9769-F28FAF51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960532CB-92F7-4522-BB86-F1E8A339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1.1 Need statement and design brief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237A95D1-3538-4953-BACE-CBFC0BDD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77C8F581-A0F9-4A1C-9D9D-734E9DF5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8CD77869-2C02-4780-8AB6-3A4F5C2F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1.2 Users and real needs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34613DEB-7067-448A-B230-3AFDAF59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CBF4A261-99F3-460C-A87A-2241566B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EED70895-574F-4B00-A979-78156D0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1.3 Criteria, constraints and evidence</a:t>
            </a:r>
          </a:p>
        </p:txBody>
      </p:sp>
    </p:spTree>
    <p:extLst>
      <p:ext uri="{BB962C8B-B14F-4D97-AF65-F5344CB8AC3E}">
        <p14:creationId xmlns:p14="http://schemas.microsoft.com/office/powerpoint/2010/main" val="717871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01FD4C06-CAAA-4FF3-8EAA-E72A2412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4A3722AE-D949-498F-AFF6-5EEAE871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59A7AFB6-9C90-4F26-89A5-2727FE7D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  ·  SECTION 1.1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6431E1-33AD-49A1-9EA2-02857E6E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1.1 Need statement and design brief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0D24824-D460-42F2-9502-C63B388C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6005EB3E-C6C3-493D-A794-AD1EF2AF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167708B6-36DC-4B62-A7AF-3E86B9E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312F68BB-6A73-48A0-9D34-A1157323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need statement explains the problem or opportunity.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0817F61C-D17A-4283-B1C5-AD92BA27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FD8A8ACF-8660-4900-8063-43E3160C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21EAAA24-D926-4B36-9BBF-3030FC4A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Packed lunches often rely on disposable wrapping and bags, while food also needs to be carried securely.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1DCBFB1B-4250-4556-B002-FE5CA078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EFC7C50B-58B0-43BA-BEF8-B4BC2240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AD13ABD3-BA6D-4CB3-96DF-FF556898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project asks you to develop a reusable textile solution for carrying a packed lunch.</a:t>
            </a:r>
          </a:p>
        </p:txBody>
      </p:sp>
    </p:spTree>
    <p:extLst>
      <p:ext uri="{BB962C8B-B14F-4D97-AF65-F5344CB8AC3E}">
        <p14:creationId xmlns:p14="http://schemas.microsoft.com/office/powerpoint/2010/main" val="1889897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5C93FBEC-4DA7-40D4-AF9F-C09183AC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892778E-EA19-449D-A3DB-40776C11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AFED7348-004A-4F3B-9C33-6A6193A6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CEF612-B60B-4584-84AA-BD0A3E73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73AEDD-5F07-46D2-BB75-037C422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Rewrite the Lunch Is Packed design brief in your own words.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FFB9732F-8F73-4CD2-B44B-A3ED5FD4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9F95A2BE-B406-41E7-B717-18063429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54D7EB14-BCFF-4A85-B4BD-BE912F06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Name the product, intended user and important qualities without inventing dimensions or materials.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0A31CF3F-B652-4E06-A902-B207B4E8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D9441F72-3C64-4B84-ACD9-8525F896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task is to design a reusable lunch bag for… It needs to…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43E67E48-698C-4840-BAAD-046F3D7D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228412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699F8722-268C-41DE-B2A3-A6E5EC03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411050C-12B4-4782-81E2-B8649FCB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0AF2D7FE-CEF0-4541-B5F6-852B8F04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  ·  SECTION 1.2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8A7097-325A-4DA0-B673-3F7207CE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1.2 Users and real needs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F53764-23FA-46C9-81F0-A54E7E10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4C6B856C-3F14-47B3-907C-75AAD537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7515B659-138F-48E6-B51D-3FF0C3E8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4CE5724F-2BE9-4DA9-A72A-F9203B7B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Good design begins with people.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B77125FE-663A-44E7-AFE1-707003B5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3FE6FEB0-D85B-4302-AFB9-97BFE4D4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B20990CB-3C14-4BD0-8B34-AC16E9D0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A student may need a lunch bag that is easy to carry, simple to open, suitable for their lunch and recognisable among other bags.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7EEEE697-9DD9-45B9-BC93-074A965F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61BCD2E5-20B7-456F-821C-98879A7E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7D96A0B7-8F97-4FBF-8A2A-4F27D6E8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maker needs a design that can be produced safely with available materials, equipment, skills and lesson time.</a:t>
            </a:r>
          </a:p>
        </p:txBody>
      </p:sp>
    </p:spTree>
    <p:extLst>
      <p:ext uri="{BB962C8B-B14F-4D97-AF65-F5344CB8AC3E}">
        <p14:creationId xmlns:p14="http://schemas.microsoft.com/office/powerpoint/2010/main" val="1166343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B9B869A2-D1C2-498A-9A2A-5BD54C88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07E5934C-015B-4FEF-B267-5248FB03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FA7B3CD3-98C8-4093-998B-05A24787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A960C9-BFC5-41BC-8392-1ABC1109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9B894C-9657-4DEC-9866-5A2F3E32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Explain four user needs and two maker needs for this project.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B4CD7A6A-335D-421B-B986-B58B5A43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98FB49A7-A79A-49CD-9EE2-65BC12D1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57A3626E-D44E-42D6-B67E-1D6FC726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Name what the student using the bag requires and what the student making it requires.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522A1B07-47C4-4596-ADAF-CD3916FB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C1C41A4C-F1E8-4043-95FC-80C3A217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intended user needs… The maker needs…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E6C4492C-2DA8-422B-8736-22D3B4A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889588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AFD56F59-DF6D-462A-8E24-27598B71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DC35C420-4AF7-4EC8-8C67-6AB2C0DD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31FCDBA7-1BB8-4C65-A2FB-BBE070B3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1  ·  SECTION 1.3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727C19-C247-4D6D-82A1-5266C5D7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1.3 Criteria, constraints and evidence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AAC8B7-92AF-4BA8-AEAD-18AB6E42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C2619019-DD93-48C8-8370-5DE4E846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5DCD0C94-DFD2-463A-9EB5-96FEDE2A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7BE88E36-365D-4AEE-BAC2-4557C89C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Criteria describe how success will be judged.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23DF888F-2697-4893-A2ED-A46504B2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05BD28EE-0E9D-4A51-9670-1B6D9C7C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AFD52292-1D5B-4AF6-AE1A-68B12BFB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Useful criteria are specific and testable: “the closure keeps the flap shut during a carry test” is stronger than “it works”.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F53550D7-3213-4A2B-A2ED-984C461D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E1620831-62B6-4369-BB00-C662F06A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F472DDDF-09B9-4AFA-8723-3D7F80B6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Constraints are real limits such as available materials, tools, time, cost, skill and teacher-approved construction processes.</a:t>
            </a:r>
          </a:p>
        </p:txBody>
      </p:sp>
    </p:spTree>
    <p:extLst>
      <p:ext uri="{BB962C8B-B14F-4D97-AF65-F5344CB8AC3E}">
        <p14:creationId xmlns:p14="http://schemas.microsoft.com/office/powerpoint/2010/main" val="638936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4286CA69-E950-4237-A11A-96F740D1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902482F4-5DD3-485C-A43C-705BA9D8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1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A619B90-210D-45EC-9245-17357AF9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46424A73-BF5A-4155-8843-1573FA6B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Project Activity 1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B745A72C-5D9C-42F7-AE9E-577540A4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1868164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2026-08-11T11:10:32.7500000Z</dcterms:created>
  <dcterms:modified xsi:type="dcterms:W3CDTF">2026-08-11T11:10:32.7500000Z</dcterms:modified>
</coreProperties>
</file>