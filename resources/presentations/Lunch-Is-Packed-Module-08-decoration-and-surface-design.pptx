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72cb1ed94f4f6a" /><Relationship Type="http://schemas.openxmlformats.org/officeDocument/2006/relationships/extended-properties" Target="/docProps/app.xml" Id="R71d6262bbde447ab" /><Relationship Type="http://schemas.openxmlformats.org/officeDocument/2006/relationships/officeDocument" Target="/ppt/presentation.xml" Id="R002891d3972d40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4ea0b586004635"/>
  </p:sldMasterIdLst>
  <p:notesMasterIdLst>
    <p:notesMasterId xmlns:r="http://schemas.openxmlformats.org/officeDocument/2006/relationships" r:id="Re3b5dc0700464981"/>
  </p:notesMasterIdLst>
  <p:sldIdLst>
    <p:sldId xmlns:r="http://schemas.openxmlformats.org/officeDocument/2006/relationships" id="256" r:id="Ra2f553a19d554505"/>
    <p:sldId xmlns:r="http://schemas.openxmlformats.org/officeDocument/2006/relationships" id="257" r:id="R27424ab9e0b44af6"/>
    <p:sldId xmlns:r="http://schemas.openxmlformats.org/officeDocument/2006/relationships" id="258" r:id="Rfb63bf1e70004914"/>
    <p:sldId xmlns:r="http://schemas.openxmlformats.org/officeDocument/2006/relationships" id="259" r:id="Rd87de2c1a601471a"/>
    <p:sldId xmlns:r="http://schemas.openxmlformats.org/officeDocument/2006/relationships" id="260" r:id="R5d0012a674634c37"/>
    <p:sldId xmlns:r="http://schemas.openxmlformats.org/officeDocument/2006/relationships" id="261" r:id="Rf528733a0df049d8"/>
    <p:sldId xmlns:r="http://schemas.openxmlformats.org/officeDocument/2006/relationships" id="262" r:id="Rd6006473ca824c1d"/>
    <p:sldId xmlns:r="http://schemas.openxmlformats.org/officeDocument/2006/relationships" id="263" r:id="R527c0d6b08ca41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776707c6914eda" /><Relationship Type="http://schemas.openxmlformats.org/officeDocument/2006/relationships/slideMaster" Target="/ppt/slideMasters/slideMaster1.xml" Id="R984ea0b586004635" /><Relationship Type="http://schemas.openxmlformats.org/officeDocument/2006/relationships/notesMaster" Target="/ppt/notesMasters/notesMaster1.xml" Id="Re3b5dc0700464981" /><Relationship Type="http://schemas.openxmlformats.org/officeDocument/2006/relationships/presProps" Target="/ppt/presProps.xml" Id="R34c66863ca1f4711" /><Relationship Type="http://schemas.openxmlformats.org/officeDocument/2006/relationships/tableStyles" Target="/ppt/tableStyles.xml" Id="R46807ed1f139457b" /><Relationship Type="http://schemas.openxmlformats.org/officeDocument/2006/relationships/slide" Target="/ppt/slides/slide1.xml" Id="Ra2f553a19d554505" /><Relationship Type="http://schemas.openxmlformats.org/officeDocument/2006/relationships/slide" Target="/ppt/slides/slide2.xml" Id="R27424ab9e0b44af6" /><Relationship Type="http://schemas.openxmlformats.org/officeDocument/2006/relationships/slide" Target="/ppt/slides/slide3.xml" Id="Rfb63bf1e70004914" /><Relationship Type="http://schemas.openxmlformats.org/officeDocument/2006/relationships/slide" Target="/ppt/slides/slide4.xml" Id="Rd87de2c1a601471a" /><Relationship Type="http://schemas.openxmlformats.org/officeDocument/2006/relationships/slide" Target="/ppt/slides/slide5.xml" Id="R5d0012a674634c37" /><Relationship Type="http://schemas.openxmlformats.org/officeDocument/2006/relationships/slide" Target="/ppt/slides/slide6.xml" Id="Rf528733a0df049d8" /><Relationship Type="http://schemas.openxmlformats.org/officeDocument/2006/relationships/slide" Target="/ppt/slides/slide7.xml" Id="Rd6006473ca824c1d" /><Relationship Type="http://schemas.openxmlformats.org/officeDocument/2006/relationships/slide" Target="/ppt/slides/slide8.xml" Id="R527c0d6b08ca41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0c4246b6ad43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5cf15877534311" /><Relationship Type="http://schemas.openxmlformats.org/officeDocument/2006/relationships/notesMaster" Target="/ppt/notesMasters/notesMaster1.xml" Id="R7c9152f901f443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e1fafc07124563" /><Relationship Type="http://schemas.openxmlformats.org/officeDocument/2006/relationships/notesMaster" Target="/ppt/notesMasters/notesMaster1.xml" Id="R194b7b9fc03e4f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35d89e67964ead" /><Relationship Type="http://schemas.openxmlformats.org/officeDocument/2006/relationships/notesMaster" Target="/ppt/notesMasters/notesMaster1.xml" Id="Rab325f2d915c49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fc6d2944274a84" /><Relationship Type="http://schemas.openxmlformats.org/officeDocument/2006/relationships/notesMaster" Target="/ppt/notesMasters/notesMaster1.xml" Id="Rf77e36808f2046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9c5bf40c444eda" /><Relationship Type="http://schemas.openxmlformats.org/officeDocument/2006/relationships/notesMaster" Target="/ppt/notesMasters/notesMaster1.xml" Id="Rdba43ea4b7414a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778c5e12d54bd3" /><Relationship Type="http://schemas.openxmlformats.org/officeDocument/2006/relationships/notesMaster" Target="/ppt/notesMasters/notesMaster1.xml" Id="Rf19ba800c64a4b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2026e24e924379" /><Relationship Type="http://schemas.openxmlformats.org/officeDocument/2006/relationships/notesMaster" Target="/ppt/notesMasters/notesMaster1.xml" Id="R51021b84044f45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8a0fb751054ea0" /><Relationship Type="http://schemas.openxmlformats.org/officeDocument/2006/relationships/notesMaster" Target="/ppt/notesMasters/notesMaster1.xml" Id="R1029ddc9a2df45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connecting this module to the student project and current teacher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write their own response. The website provides steps and an appropriate response example without revealing quiz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write their own response. The website provides steps and an appropriate response example without revealing quiz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website module and project activity for the interactive evidence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2bca8a53d741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64d7e311db4359" /><Relationship Type="http://schemas.openxmlformats.org/officeDocument/2006/relationships/slideLayout" Target="/ppt/slideLayouts/slideLayout1.xml" Id="R2bc44f154a5a42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c44f154a5a42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2e16d839c49ae" /><Relationship Type="http://schemas.openxmlformats.org/officeDocument/2006/relationships/image" Target="/ppt/media/image.png" Id="R9a4b55b8eff444f9" /><Relationship Type="http://schemas.openxmlformats.org/officeDocument/2006/relationships/notesSlide" Target="/ppt/notesSlides/notesSlide1.xml" Id="R3a3d4ae6f84943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e3db902774728" /><Relationship Type="http://schemas.openxmlformats.org/officeDocument/2006/relationships/notesSlide" Target="/ppt/notesSlides/notesSlide2.xml" Id="Rae7fbdaafb1e44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bbccb89cc42f2" /><Relationship Type="http://schemas.openxmlformats.org/officeDocument/2006/relationships/notesSlide" Target="/ppt/notesSlides/notesSlide3.xml" Id="R35020d8a06354f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c3294e3b34473" /><Relationship Type="http://schemas.openxmlformats.org/officeDocument/2006/relationships/notesSlide" Target="/ppt/notesSlides/notesSlide4.xml" Id="Rf71ce2e26efc47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4a5e3870249a4" /><Relationship Type="http://schemas.openxmlformats.org/officeDocument/2006/relationships/notesSlide" Target="/ppt/notesSlides/notesSlide5.xml" Id="R2ece60d201e742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e40fa6fc748bb" /><Relationship Type="http://schemas.openxmlformats.org/officeDocument/2006/relationships/notesSlide" Target="/ppt/notesSlides/notesSlide6.xml" Id="R3700146c85074d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c085b1f0145da" /><Relationship Type="http://schemas.openxmlformats.org/officeDocument/2006/relationships/notesSlide" Target="/ppt/notesSlides/notesSlide7.xml" Id="R4c136c58cd4143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20d5da37a4d92" /><Relationship Type="http://schemas.openxmlformats.org/officeDocument/2006/relationships/notesSlide" Target="/ppt/notesSlides/notesSlide8.xml" Id="Rd6c2b9bdf56347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plane">
            <a:extLst xmlns:a="http://schemas.openxmlformats.org/drawingml/2006/main">
              <a:ext uri="{FF2B5EF4-FFF2-40B4-BE49-F238E27FC236}">
                <a16:creationId xmlns:a16="http://schemas.microsoft.com/office/drawing/2014/main" id="{A7AF5518-22F5-4842-9A33-FFC09E60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C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b55b8eff444f9"/>
          <a:srcRect xmlns:a="http://schemas.openxmlformats.org/drawingml/2006/main" l="30134" t="0" r="30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2C6C1614-2936-4A66-975B-2ED4ED10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53A"/>
                </a:solidFill>
              </a:defRPr>
            </a:pPr>
            <a:r>
              <a:rPr sz="1350" b="1">
                <a:solidFill>
                  <a:srgbClr val="E0A53A"/>
                </a:solidFill>
              </a:rPr>
              <a:t>MODULE 8 OF 10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EEDBC2A7-D34A-4264-9544-125B6CF5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619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Decoration and surface design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BE46C32E-9CF7-41A6-9313-D67A482A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42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6F2EF"/>
                </a:solidFill>
              </a:defRPr>
            </a:pPr>
            <a:r>
              <a:rPr sz="1875" b="0">
                <a:solidFill>
                  <a:srgbClr val="E6F2EF"/>
                </a:solidFill>
              </a:rPr>
              <a:t>Use colour, shape and appliqué purposefully.</a:t>
            </a:r>
          </a:p>
        </p:txBody>
      </p:sp>
      <p:sp>
        <p:nvSpPr>
          <p:cNvPr id="6" name="deck-footer">
            <a:extLst xmlns:a="http://schemas.openxmlformats.org/drawingml/2006/main">
              <a:ext uri="{FF2B5EF4-FFF2-40B4-BE49-F238E27FC236}">
                <a16:creationId xmlns:a16="http://schemas.microsoft.com/office/drawing/2014/main" id="{FE8501C3-D601-4EE1-9721-4A12D03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9D6"/>
                </a:solidFill>
              </a:defRPr>
            </a:pPr>
            <a:r>
              <a:rPr sz="1200" b="0">
                <a:solidFill>
                  <a:srgbClr val="BFD9D6"/>
                </a:solidFill>
              </a:rPr>
              <a:t>Year 7/8 Technology Mandatory · Student learning presentation</a:t>
            </a:r>
          </a:p>
        </p:txBody>
      </p:sp>
    </p:spTree>
    <p:extLst>
      <p:ext uri="{BB962C8B-B14F-4D97-AF65-F5344CB8AC3E}">
        <p14:creationId xmlns:p14="http://schemas.microsoft.com/office/powerpoint/2010/main" val="10808896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5C213186-DBE4-4131-8BC0-6FCB14E3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26DD0209-05CB-489C-9AC9-4C401ECE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15997162-5EA1-475D-A189-94E83B80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8  ·  LEARNING PATH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817E22-B523-46C4-B36C-90A8DAFC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Three ideas build one design decision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588ECFB-BCF1-4C5D-BEC6-145EC332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Read, notice, explain and apply each section in order.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1CF2B6CB-75E5-49D7-9090-A8200919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95827143-BA12-4F8E-8547-6862198F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E4D2618F-4113-4371-A4EB-777FCBA1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8.1 Visual design choices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B7FD0E55-C6AD-4D59-A8D1-CCC096F1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0E0A4CD3-DC8D-497A-BAB1-FBDBA146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EBCFF1F9-D793-4787-905B-5E4E3461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8.2 Appliqué as a technique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79071D3C-823D-4BE7-8BEA-A9319860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B66A6C83-B577-4DFC-8280-019FDE5F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C8185CB6-8653-469C-84C1-417A8900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8.3 Test before committing</a:t>
            </a:r>
          </a:p>
        </p:txBody>
      </p:sp>
    </p:spTree>
    <p:extLst>
      <p:ext uri="{BB962C8B-B14F-4D97-AF65-F5344CB8AC3E}">
        <p14:creationId xmlns:p14="http://schemas.microsoft.com/office/powerpoint/2010/main" val="1677212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44ABAD00-703D-44CE-BF8A-0C7D8736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C01AC197-03E3-4ED1-80EE-830358A7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1C70B8E0-8820-461C-825B-E2EB2BB0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8  ·  SECTION 8.1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26894D-7223-4060-B6EE-7BFAEF3C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8.1 Visual design choices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2DA3728-C076-4B69-BF57-2A2A0323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8E245BCE-B44A-4BDE-92DE-1B681ED3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0D40AA6E-03C2-43B5-A62D-61109F99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6D8C2BBA-1010-49DE-9FE8-CECE2B8A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Colour, line, shape, texture, pattern and proportion influence how a textile product communicates.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82897E1E-A643-4359-85C9-AC31F21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997C2129-FAC0-4991-954A-EDB9D9AB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F9E394D0-4359-4748-92CB-4827714E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A limited, deliberate colour scheme often creates a clearer identity than unrelated decoration.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AA71A7AC-30DA-4B94-9BB7-4CC0373B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2855946D-0D14-4B43-98F5-6AF1927E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CBA48C2D-B288-4628-A669-13CB9DF7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Design for the intended user and connect decoration to the lunch-bag concept rather than adding features without purpose.</a:t>
            </a:r>
          </a:p>
        </p:txBody>
      </p:sp>
    </p:spTree>
    <p:extLst>
      <p:ext uri="{BB962C8B-B14F-4D97-AF65-F5344CB8AC3E}">
        <p14:creationId xmlns:p14="http://schemas.microsoft.com/office/powerpoint/2010/main" val="2553429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491B4C7B-48B5-45E6-BB3B-853ED1E1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9824465A-37C4-4BD2-915B-D678A4E5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B858A4BA-51A8-4727-A30D-D26C0978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8  ·  APPLY THE THEORY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2BB45C-4049-4FBB-A530-0C6F9DF6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Make the theory visible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B31A654-2D06-474B-B5E2-DD57AFA0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Develop a colour and surface-design plan.</a:t>
            </a:r>
          </a:p>
        </p:txBody>
      </p:sp>
      <p:sp>
        <p:nvSpPr>
          <p:cNvPr id="6" name="prompt-accent">
            <a:extLst xmlns:a="http://schemas.openxmlformats.org/drawingml/2006/main">
              <a:ext uri="{FF2B5EF4-FFF2-40B4-BE49-F238E27FC236}">
                <a16:creationId xmlns:a16="http://schemas.microsoft.com/office/drawing/2014/main" id="{F53B9C70-FFBA-4CC5-B37B-ED36D899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14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in-language">
            <a:extLst xmlns:a="http://schemas.openxmlformats.org/drawingml/2006/main">
              <a:ext uri="{FF2B5EF4-FFF2-40B4-BE49-F238E27FC236}">
                <a16:creationId xmlns:a16="http://schemas.microsoft.com/office/drawing/2014/main" id="{CE03CB29-F3ED-417A-8653-8238947F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7"/>
                </a:solidFill>
              </a:defRPr>
            </a:pPr>
            <a:r>
              <a:rPr sz="1275" b="1">
                <a:solidFill>
                  <a:srgbClr val="176B67"/>
                </a:solidFill>
              </a:rPr>
              <a:t>WHAT THIS IS ASKING</a:t>
            </a:r>
          </a:p>
        </p:txBody>
      </p:sp>
      <p:sp>
        <p:nvSpPr>
          <p:cNvPr id="8" name="clarify">
            <a:extLst xmlns:a="http://schemas.openxmlformats.org/drawingml/2006/main">
              <a:ext uri="{FF2B5EF4-FFF2-40B4-BE49-F238E27FC236}">
                <a16:creationId xmlns:a16="http://schemas.microsoft.com/office/drawing/2014/main" id="{937F43E8-DBA9-4D00-B5EE-19838618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43A"/>
                </a:solidFill>
              </a:defRPr>
            </a:pPr>
            <a:r>
              <a:rPr sz="1800" b="0">
                <a:solidFill>
                  <a:srgbClr val="16343A"/>
                </a:solidFill>
              </a:rPr>
              <a:t>Explain how elements and principles support the intended user and product identity.</a:t>
            </a:r>
          </a:p>
        </p:txBody>
      </p:sp>
      <p:sp>
        <p:nvSpPr>
          <p:cNvPr id="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DB7A7565-8FC4-4A66-AA4D-46B6DF6A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5543"/>
                </a:solidFill>
              </a:defRPr>
            </a:pPr>
            <a:r>
              <a:rPr sz="1275" b="1">
                <a:solidFill>
                  <a:srgbClr val="B95543"/>
                </a:solidFill>
              </a:rPr>
              <a:t>STARTER</a:t>
            </a:r>
          </a:p>
        </p:txBody>
      </p:sp>
      <p:sp>
        <p:nvSpPr>
          <p:cNvPr id="10" name="starter">
            <a:extLst xmlns:a="http://schemas.openxmlformats.org/drawingml/2006/main">
              <a:ext uri="{FF2B5EF4-FFF2-40B4-BE49-F238E27FC236}">
                <a16:creationId xmlns:a16="http://schemas.microsoft.com/office/drawing/2014/main" id="{F4C8CC0B-E731-4344-938D-D878E35C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I will use… because…</a:t>
            </a:r>
          </a:p>
        </p:txBody>
      </p:sp>
      <p:sp>
        <p:nvSpPr>
          <p:cNvPr id="11" name="action">
            <a:extLst xmlns:a="http://schemas.openxmlformats.org/drawingml/2006/main">
              <a:ext uri="{FF2B5EF4-FFF2-40B4-BE49-F238E27FC236}">
                <a16:creationId xmlns:a16="http://schemas.microsoft.com/office/drawing/2014/main" id="{D1AD5A28-84F1-4E07-BB6D-A4FA230D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6A"/>
                </a:solidFill>
              </a:defRPr>
            </a:pPr>
            <a:r>
              <a:rPr sz="1350" b="1">
                <a:solidFill>
                  <a:srgbClr val="52676A"/>
                </a:solidFill>
              </a:rPr>
              <a:t>Return to the matching website section, complete the ten checks, then save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5802499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6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17E74D92-D90F-4BFB-A2F5-2B60A735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94602AAC-DC46-435C-9B08-199CD207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C0405472-58A8-4995-BE68-C853BFEF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8  ·  SECTION 8.2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35DF95-85FB-47B2-8B62-38370C36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8.2 Appliqué as a technique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9E55444-CC67-468E-AF46-8CAB36EC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CD704AED-8F7A-4977-9EE3-1520C0A9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2DF7B30A-A514-4724-A3DF-5B91B5DB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DD7E591E-18AC-4D16-B37A-444E3268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Appliqué places one fabric shape onto another surface and secures it with stitching or another approved method.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3F91E5F6-6D14-4908-B389-85265F0F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4327FA73-B96C-42B8-9870-BF2FEABC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B236E526-8EB6-48CC-AB9D-543493F3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Accurate templates, careful placement and controlled edges help the result look intentional.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0B4EE7BB-FFFD-498B-BA48-5D907674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7E7F4128-6F5C-448C-A7C1-5E1890FF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EB475F64-FEE1-4147-95B4-4E9C13BA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The specific appliqué materials, adhesive products, stitch settings and pressing sequence must follow teacher instructions and product safety information.</a:t>
            </a:r>
          </a:p>
        </p:txBody>
      </p:sp>
    </p:spTree>
    <p:extLst>
      <p:ext uri="{BB962C8B-B14F-4D97-AF65-F5344CB8AC3E}">
        <p14:creationId xmlns:p14="http://schemas.microsoft.com/office/powerpoint/2010/main" val="5955261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90D4A08A-3C14-4991-8A02-4DFC9781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4FBBE821-914C-4E50-A221-78C7666A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C6867341-8506-4117-8227-CBFDE8F2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8  ·  APPLY THE THEORY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F406FC-2C14-4ED5-B728-450E1CB3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Use evidence, not guesses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406145B-A848-49C8-BAD6-391C8AC1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Plan an appliqué feature for the lunch bag.</a:t>
            </a:r>
          </a:p>
        </p:txBody>
      </p:sp>
      <p:sp>
        <p:nvSpPr>
          <p:cNvPr id="6" name="prompt-accent">
            <a:extLst xmlns:a="http://schemas.openxmlformats.org/drawingml/2006/main">
              <a:ext uri="{FF2B5EF4-FFF2-40B4-BE49-F238E27FC236}">
                <a16:creationId xmlns:a16="http://schemas.microsoft.com/office/drawing/2014/main" id="{0F1B658E-6C2B-4EF2-8337-181FCC7D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14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5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in-language">
            <a:extLst xmlns:a="http://schemas.openxmlformats.org/drawingml/2006/main">
              <a:ext uri="{FF2B5EF4-FFF2-40B4-BE49-F238E27FC236}">
                <a16:creationId xmlns:a16="http://schemas.microsoft.com/office/drawing/2014/main" id="{0EB0EEF3-7D5D-4A23-89CE-426CE9C2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7"/>
                </a:solidFill>
              </a:defRPr>
            </a:pPr>
            <a:r>
              <a:rPr sz="1275" b="1">
                <a:solidFill>
                  <a:srgbClr val="176B67"/>
                </a:solidFill>
              </a:rPr>
              <a:t>WHAT THIS IS ASKING</a:t>
            </a:r>
          </a:p>
        </p:txBody>
      </p:sp>
      <p:sp>
        <p:nvSpPr>
          <p:cNvPr id="8" name="clarify">
            <a:extLst xmlns:a="http://schemas.openxmlformats.org/drawingml/2006/main">
              <a:ext uri="{FF2B5EF4-FFF2-40B4-BE49-F238E27FC236}">
                <a16:creationId xmlns:a16="http://schemas.microsoft.com/office/drawing/2014/main" id="{7F7FCB9A-08F0-4898-93A9-6D7909C8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43A"/>
                </a:solidFill>
              </a:defRPr>
            </a:pPr>
            <a:r>
              <a:rPr sz="1800" b="0">
                <a:solidFill>
                  <a:srgbClr val="16343A"/>
                </a:solidFill>
              </a:rPr>
              <a:t>Describe purpose, shape, placement and the teacher-controlled production details.</a:t>
            </a:r>
          </a:p>
        </p:txBody>
      </p:sp>
      <p:sp>
        <p:nvSpPr>
          <p:cNvPr id="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86FE627C-5DDC-45F6-A011-40F22A3F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5543"/>
                </a:solidFill>
              </a:defRPr>
            </a:pPr>
            <a:r>
              <a:rPr sz="1275" b="1">
                <a:solidFill>
                  <a:srgbClr val="B95543"/>
                </a:solidFill>
              </a:rPr>
              <a:t>STARTER</a:t>
            </a:r>
          </a:p>
        </p:txBody>
      </p:sp>
      <p:sp>
        <p:nvSpPr>
          <p:cNvPr id="10" name="starter">
            <a:extLst xmlns:a="http://schemas.openxmlformats.org/drawingml/2006/main">
              <a:ext uri="{FF2B5EF4-FFF2-40B4-BE49-F238E27FC236}">
                <a16:creationId xmlns:a16="http://schemas.microsoft.com/office/drawing/2014/main" id="{3EBD5745-0F66-4D64-95A7-0333F605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My appliqué will… It is placed… The approved method is…</a:t>
            </a:r>
          </a:p>
        </p:txBody>
      </p:sp>
      <p:sp>
        <p:nvSpPr>
          <p:cNvPr id="11" name="action">
            <a:extLst xmlns:a="http://schemas.openxmlformats.org/drawingml/2006/main">
              <a:ext uri="{FF2B5EF4-FFF2-40B4-BE49-F238E27FC236}">
                <a16:creationId xmlns:a16="http://schemas.microsoft.com/office/drawing/2014/main" id="{941827DE-6AC3-444B-B6FC-02FE62AD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6A"/>
                </a:solidFill>
              </a:defRPr>
            </a:pPr>
            <a:r>
              <a:rPr sz="1350" b="1">
                <a:solidFill>
                  <a:srgbClr val="52676A"/>
                </a:solidFill>
              </a:rPr>
              <a:t>Return to the matching website section, complete the ten checks, then save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9181141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DAF24902-E976-4E1F-B0B5-5B2D4B4C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7FA3BA6B-0B74-49E5-AF12-4DD38091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FF51D6FD-341C-4658-92BE-C9644113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8  ·  SECTION 8.3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E5B8D8-D647-46D3-B11D-7DE77886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8.3 Test before committing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E57CE1E-EC49-41D4-92CA-B0264CD1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33A42046-CACE-43B6-9AD5-3BEBDE5A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C95A03BF-3D20-476B-A248-741CB57B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9F1C8A96-C309-452B-B089-12070EEB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A sample lets you check colour contrast, edge finish, stitch appearance, fabric behaviour and the time needed.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88B7B7AB-1D76-4200-95AB-55AE5B07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6EF8444F-C0F5-4110-AE00-900D3065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7706B220-2A89-4001-889D-E3CB7186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Testing on scrap material protects the project pieces from avoidable mistakes.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32C3D7C1-1C0C-409E-9AC7-34A7D58C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A075895F-4F22-49F2-96A6-5D533DAE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4112AB11-AAC4-44C6-B636-02E8C6E9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Record what worked, what did not and the change you will make before producing the final decoration.</a:t>
            </a:r>
          </a:p>
        </p:txBody>
      </p:sp>
    </p:spTree>
    <p:extLst>
      <p:ext uri="{BB962C8B-B14F-4D97-AF65-F5344CB8AC3E}">
        <p14:creationId xmlns:p14="http://schemas.microsoft.com/office/powerpoint/2010/main" val="20814012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4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04CDFB0C-BB46-476D-A153-A271A8EA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B3A600F4-89FB-463A-87ED-83EB82D1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53A"/>
                </a:solidFill>
              </a:defRPr>
            </a:pPr>
            <a:r>
              <a:rPr sz="1350" b="1">
                <a:solidFill>
                  <a:srgbClr val="E0A53A"/>
                </a:solidFill>
              </a:rPr>
              <a:t>MODULE 8 REVIEW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EF5AF409-2AAE-4FC1-A8CF-18BBD2EB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Show what you understand.</a:t>
            </a:r>
          </a:p>
        </p:txBody>
      </p:sp>
      <p:sp>
        <p:nvSpPr>
          <p:cNvPr id="4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F5202710-BDF4-4F63-9BEB-65114621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1. Revisit all three theory sections.</a:t>
            </a:r>
          </a:p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2. Complete 30 knowledge checks and three guided responses.</a:t>
            </a:r>
          </a:p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3. Continue Project Activity 8 and keep authentic evidence.</a:t>
            </a:r>
          </a:p>
        </p:txBody>
      </p:sp>
      <p:sp>
        <p:nvSpPr>
          <p:cNvPr id="5" name="closing-boundary">
            <a:extLst xmlns:a="http://schemas.openxmlformats.org/drawingml/2006/main">
              <a:ext uri="{FF2B5EF4-FFF2-40B4-BE49-F238E27FC236}">
                <a16:creationId xmlns:a16="http://schemas.microsoft.com/office/drawing/2014/main" id="{70B08D54-BCA1-4E8C-8161-A31A8871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D98B"/>
                </a:solidFill>
              </a:defRPr>
            </a:pPr>
            <a:r>
              <a:rPr sz="1500" b="1">
                <a:solidFill>
                  <a:srgbClr val="FFD98B"/>
                </a:solidFill>
              </a:rPr>
              <a:t>Exact practical instructions and formal submission arrangements: Teacher to confirm.</a:t>
            </a:r>
          </a:p>
        </p:txBody>
      </p:sp>
    </p:spTree>
    <p:extLst>
      <p:ext uri="{BB962C8B-B14F-4D97-AF65-F5344CB8AC3E}">
        <p14:creationId xmlns:p14="http://schemas.microsoft.com/office/powerpoint/2010/main" val="11741435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2026-08-11T11:10:38.6950000Z</dcterms:created>
  <dcterms:modified xsi:type="dcterms:W3CDTF">2026-08-11T11:10:38.6950000Z</dcterms:modified>
</coreProperties>
</file>