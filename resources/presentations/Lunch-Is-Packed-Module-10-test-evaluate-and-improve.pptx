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7293cc95cc4fd0" /><Relationship Type="http://schemas.openxmlformats.org/officeDocument/2006/relationships/extended-properties" Target="/docProps/app.xml" Id="R99cbff2937434e66" /><Relationship Type="http://schemas.openxmlformats.org/officeDocument/2006/relationships/officeDocument" Target="/ppt/presentation.xml" Id="Rceb43f38327d4b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7e18a355404a62"/>
  </p:sldMasterIdLst>
  <p:notesMasterIdLst>
    <p:notesMasterId xmlns:r="http://schemas.openxmlformats.org/officeDocument/2006/relationships" r:id="Rc93c438c1c0d4bb6"/>
  </p:notesMasterIdLst>
  <p:sldIdLst>
    <p:sldId xmlns:r="http://schemas.openxmlformats.org/officeDocument/2006/relationships" id="256" r:id="R3be1ec69492847f7"/>
    <p:sldId xmlns:r="http://schemas.openxmlformats.org/officeDocument/2006/relationships" id="257" r:id="Rf1b382c86f7c4522"/>
    <p:sldId xmlns:r="http://schemas.openxmlformats.org/officeDocument/2006/relationships" id="258" r:id="Re00c4380a69a4a5f"/>
    <p:sldId xmlns:r="http://schemas.openxmlformats.org/officeDocument/2006/relationships" id="259" r:id="Ra4b6fa4960e54336"/>
    <p:sldId xmlns:r="http://schemas.openxmlformats.org/officeDocument/2006/relationships" id="260" r:id="R9e48f0afe657469b"/>
    <p:sldId xmlns:r="http://schemas.openxmlformats.org/officeDocument/2006/relationships" id="261" r:id="Rb7a22c1863234181"/>
    <p:sldId xmlns:r="http://schemas.openxmlformats.org/officeDocument/2006/relationships" id="262" r:id="R3d1a9522409d49f3"/>
    <p:sldId xmlns:r="http://schemas.openxmlformats.org/officeDocument/2006/relationships" id="263" r:id="R927cdfa9e4b64e5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ac86c6b304443a0" /><Relationship Type="http://schemas.openxmlformats.org/officeDocument/2006/relationships/slideMaster" Target="/ppt/slideMasters/slideMaster1.xml" Id="R657e18a355404a62" /><Relationship Type="http://schemas.openxmlformats.org/officeDocument/2006/relationships/notesMaster" Target="/ppt/notesMasters/notesMaster1.xml" Id="Rc93c438c1c0d4bb6" /><Relationship Type="http://schemas.openxmlformats.org/officeDocument/2006/relationships/presProps" Target="/ppt/presProps.xml" Id="Rce6db0082b8c4125" /><Relationship Type="http://schemas.openxmlformats.org/officeDocument/2006/relationships/tableStyles" Target="/ppt/tableStyles.xml" Id="Rbf572cfbb8fd4548" /><Relationship Type="http://schemas.openxmlformats.org/officeDocument/2006/relationships/slide" Target="/ppt/slides/slide1.xml" Id="R3be1ec69492847f7" /><Relationship Type="http://schemas.openxmlformats.org/officeDocument/2006/relationships/slide" Target="/ppt/slides/slide2.xml" Id="Rf1b382c86f7c4522" /><Relationship Type="http://schemas.openxmlformats.org/officeDocument/2006/relationships/slide" Target="/ppt/slides/slide3.xml" Id="Re00c4380a69a4a5f" /><Relationship Type="http://schemas.openxmlformats.org/officeDocument/2006/relationships/slide" Target="/ppt/slides/slide4.xml" Id="Ra4b6fa4960e54336" /><Relationship Type="http://schemas.openxmlformats.org/officeDocument/2006/relationships/slide" Target="/ppt/slides/slide5.xml" Id="R9e48f0afe657469b" /><Relationship Type="http://schemas.openxmlformats.org/officeDocument/2006/relationships/slide" Target="/ppt/slides/slide6.xml" Id="Rb7a22c1863234181" /><Relationship Type="http://schemas.openxmlformats.org/officeDocument/2006/relationships/slide" Target="/ppt/slides/slide7.xml" Id="R3d1a9522409d49f3" /><Relationship Type="http://schemas.openxmlformats.org/officeDocument/2006/relationships/slide" Target="/ppt/slides/slide8.xml" Id="R927cdfa9e4b64e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da598756de494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b2b8db0b50e4843" /><Relationship Type="http://schemas.openxmlformats.org/officeDocument/2006/relationships/notesMaster" Target="/ppt/notesMasters/notesMaster1.xml" Id="Rdb7652b5836f4d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27e154ae8914dee" /><Relationship Type="http://schemas.openxmlformats.org/officeDocument/2006/relationships/notesMaster" Target="/ppt/notesMasters/notesMaster1.xml" Id="R30f460b106d448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129919f04ed4029" /><Relationship Type="http://schemas.openxmlformats.org/officeDocument/2006/relationships/notesMaster" Target="/ppt/notesMasters/notesMaster1.xml" Id="R5f93d3d7a0f44d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8bd43259e54eef" /><Relationship Type="http://schemas.openxmlformats.org/officeDocument/2006/relationships/notesMaster" Target="/ppt/notesMasters/notesMaster1.xml" Id="Rc3b3bf90a99a43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24bbbd1d9164c6d" /><Relationship Type="http://schemas.openxmlformats.org/officeDocument/2006/relationships/notesMaster" Target="/ppt/notesMasters/notesMaster1.xml" Id="R4fc89684727c4c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c25b9e83e3346e3" /><Relationship Type="http://schemas.openxmlformats.org/officeDocument/2006/relationships/notesMaster" Target="/ppt/notesMasters/notesMaster1.xml" Id="R70b598a1c0e747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1d6be59f884760" /><Relationship Type="http://schemas.openxmlformats.org/officeDocument/2006/relationships/notesMaster" Target="/ppt/notesMasters/notesMaster1.xml" Id="Rf6ea61e5edf645a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4c3d125c29a4224" /><Relationship Type="http://schemas.openxmlformats.org/officeDocument/2006/relationships/notesMaster" Target="/ppt/notesMasters/notesMaster1.xml" Id="R382d7c0dae6846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connecting this module to the student project and current teacher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website module and project activity for the interactive evidence tasks.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28eb9496364b9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71603627ac4548" /><Relationship Type="http://schemas.openxmlformats.org/officeDocument/2006/relationships/slideLayout" Target="/ppt/slideLayouts/slideLayout1.xml" Id="R8809e2eb125045d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09e2eb125045d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3b76684b764fd0" /><Relationship Type="http://schemas.openxmlformats.org/officeDocument/2006/relationships/image" Target="/ppt/media/image.png" Id="R3727e9854b804c59" /><Relationship Type="http://schemas.openxmlformats.org/officeDocument/2006/relationships/notesSlide" Target="/ppt/notesSlides/notesSlide1.xml" Id="Ree77b990993542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fda9a0ef174f72" /><Relationship Type="http://schemas.openxmlformats.org/officeDocument/2006/relationships/notesSlide" Target="/ppt/notesSlides/notesSlide2.xml" Id="R6d4603978c4e41d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c3db3b424b418d" /><Relationship Type="http://schemas.openxmlformats.org/officeDocument/2006/relationships/notesSlide" Target="/ppt/notesSlides/notesSlide3.xml" Id="R701ca767e2b044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c931bbe3754ad3" /><Relationship Type="http://schemas.openxmlformats.org/officeDocument/2006/relationships/notesSlide" Target="/ppt/notesSlides/notesSlide4.xml" Id="Rf3faa27ef5144f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5e6328483e4aa8" /><Relationship Type="http://schemas.openxmlformats.org/officeDocument/2006/relationships/notesSlide" Target="/ppt/notesSlides/notesSlide5.xml" Id="R2836ce5f44a34a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5a757f488c4583" /><Relationship Type="http://schemas.openxmlformats.org/officeDocument/2006/relationships/notesSlide" Target="/ppt/notesSlides/notesSlide6.xml" Id="R435453f6936b4c2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3eb666ac984ebb" /><Relationship Type="http://schemas.openxmlformats.org/officeDocument/2006/relationships/notesSlide" Target="/ppt/notesSlides/notesSlide7.xml" Id="Rbbf33845b4594ba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ad83cfaeaa45b3" /><Relationship Type="http://schemas.openxmlformats.org/officeDocument/2006/relationships/notesSlide" Target="/ppt/notesSlides/notesSlide8.xml" Id="Re071faba5fd0477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plane">
            <a:extLst xmlns:a="http://schemas.openxmlformats.org/drawingml/2006/main">
              <a:ext uri="{FF2B5EF4-FFF2-40B4-BE49-F238E27FC236}">
                <a16:creationId xmlns:a16="http://schemas.microsoft.com/office/drawing/2014/main" id="{510D8DAE-2F52-431D-BB84-B7F9C1ED7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239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4C4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27e9854b804c59"/>
          <a:srcRect xmlns:a="http://schemas.openxmlformats.org/drawingml/2006/main" l="30134" t="0" r="3013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0"/>
            <a:ext cx="5334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FFA76799-F849-49D1-B3A6-1DD688B9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495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10 OF 10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137225EA-FEFD-47B4-B44F-41A0EACB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56197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Test, evaluate and improve</a:t>
            </a:r>
          </a:p>
        </p:txBody>
      </p:sp>
      <p:sp>
        <p:nvSpPr>
          <p:cNvPr id="5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95F78F14-F2FF-4C9B-98FD-3AE3E6E2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5429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E6F2EF"/>
                </a:solidFill>
              </a:defRPr>
            </a:pPr>
            <a:r>
              <a:rPr sz="1875" b="0">
                <a:solidFill>
                  <a:srgbClr val="E6F2EF"/>
                </a:solidFill>
              </a:rPr>
              <a:t>Judge the finished solution against the brief using evidence.</a:t>
            </a:r>
          </a:p>
        </p:txBody>
      </p:sp>
      <p:sp>
        <p:nvSpPr>
          <p:cNvPr id="6" name="deck-footer">
            <a:extLst xmlns:a="http://schemas.openxmlformats.org/drawingml/2006/main">
              <a:ext uri="{FF2B5EF4-FFF2-40B4-BE49-F238E27FC236}">
                <a16:creationId xmlns:a16="http://schemas.microsoft.com/office/drawing/2014/main" id="{93D7E45F-1B17-47A2-B27A-7859EF0F0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FD9D6"/>
                </a:solidFill>
              </a:defRPr>
            </a:pPr>
            <a:r>
              <a:rPr sz="1200" b="0">
                <a:solidFill>
                  <a:srgbClr val="BFD9D6"/>
                </a:solidFill>
              </a:rPr>
              <a:t>Year 7/8 Technology Mandatory · Student learning presentation</a:t>
            </a:r>
          </a:p>
        </p:txBody>
      </p:sp>
    </p:spTree>
    <p:extLst>
      <p:ext uri="{BB962C8B-B14F-4D97-AF65-F5344CB8AC3E}">
        <p14:creationId xmlns:p14="http://schemas.microsoft.com/office/powerpoint/2010/main" val="8089067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E9D0532F-0EF9-410A-9149-CDB4E111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8DD02113-93CC-41EB-980F-48F13F193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FC540B8B-EB65-4DF4-857A-3F9AC0EA6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10  ·  LEARNING PATH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7D79E58-C6C5-492B-A1C7-519C1A06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Three ideas build one design decision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95ACAC3-FD84-4FDD-8A15-D9920879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Read, notice, explain and apply each section in order.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0E760223-58D8-46DD-A789-D2B0CFA1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D9098014-CCDA-4360-9482-36258C85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A7AB5F4C-E5AC-4B5C-AFD8-0873A00C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10.1 Testing the product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95ACC6CF-7851-4DBB-A2A8-05E6093C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1124C5C8-C581-47A0-B44E-DEAF267E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C001E416-9A68-46D2-AB39-442C09724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10.2 Evidence-based evaluation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3C5151F7-8CE8-4AA7-A6FB-6B89ED8A1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CDBEEA0E-ECEA-4EA9-88BB-A0E260F0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9963531F-7B17-4B5E-880D-5EE8222C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10.3 Specific improvement and reflection</a:t>
            </a:r>
          </a:p>
        </p:txBody>
      </p:sp>
    </p:spTree>
    <p:extLst>
      <p:ext uri="{BB962C8B-B14F-4D97-AF65-F5344CB8AC3E}">
        <p14:creationId xmlns:p14="http://schemas.microsoft.com/office/powerpoint/2010/main" val="6064303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5670B55D-FFA5-4945-91F2-E1584DAB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11023994-F2A4-4C2B-9E8C-6B0E828E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455DE288-02EE-4CAE-866A-34080E75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10  ·  SECTION 10.1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7CADF2E-A4BA-4AE8-A121-F69059BC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10.1 Testing the product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7842B95-0830-4F12-8CFC-50F8D3959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FA331A9C-D5E9-4791-9EFE-B6F8D45E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EDD19E23-5A19-4358-A379-53F176A5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23115E38-5BAD-4D93-93C4-FABAC013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Testing should match the criteria.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8A298C1B-0D2F-4FB9-B28C-3AAD04F7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9AC01D68-F45F-4449-BC65-E5274FA9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6617C77F-94B1-40C9-984F-0F24524A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 carry test can examine comfort and closure; a capacity test can check whether the intended lunch items fit; inspection can judge stitching, finish and decoration.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70118426-38F2-48C1-830C-3AD5F4D52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6D6287D6-DDF0-4898-957E-FD817397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2C2B2FDB-8E4C-435B-A297-13428854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Care testing must follow the approved material instructions.</a:t>
            </a:r>
          </a:p>
        </p:txBody>
      </p:sp>
    </p:spTree>
    <p:extLst>
      <p:ext uri="{BB962C8B-B14F-4D97-AF65-F5344CB8AC3E}">
        <p14:creationId xmlns:p14="http://schemas.microsoft.com/office/powerpoint/2010/main" val="163113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A5F209F9-9B77-4190-A679-32069E8C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B739D32A-1893-4CB8-8625-B14155DC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BDC3A512-4F7E-450B-8701-C0E7463C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10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1B972B-7058-4D9B-91D4-108E2A5A0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Make the theory visible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61C0A91-2254-4643-8EB3-336D000C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Design four safe tests for the finished lunch bag.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23A953F7-F846-42CC-9E1F-C7C4681F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8E8DC741-B1C3-4757-9041-0CC665B3D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A104D194-1D0B-4924-9688-1AC285F36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Link each test to one criterion, method, evidence and limit.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69849710-393E-479D-8B51-93CFAAD6D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92141C45-7BB6-4823-87C8-6D602FC3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For the criterion… I will test by… I will record…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14F3E70F-2BFB-4092-8094-6CF1B96F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15475440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6F2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D1F2C89E-4F5E-4A91-A8F0-04C87835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53CC3459-A9E0-4FC7-89E4-A5087AC7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498314F0-AAF5-4870-AAF5-723A7EE5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10  ·  SECTION 10.2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07A1955-F96E-45BB-8AF4-37AAF0F05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10.2 Evidence-based evaluation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17F6CE3-2577-457D-AF6D-E0D6311D2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C17D7C63-F51C-43F7-B7AE-79988B24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0690F78E-F848-4E1B-A834-21D5E4F6D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D3D2B92A-C7ED-4A6C-8746-2F18833B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An evaluation combines a criterion, evidence and judgement.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7954AF50-0F20-4841-BEAC-D0C3D5754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4CD5291E-EA85-4ACE-9EDD-20430191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BB42EF56-E83B-4416-9B55-4ED8734F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“The closure stayed shut during three short carry trials, so the bag met my security criterion” is stronger than “it worked well”.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F34EAB9D-97F5-41EF-B26B-E069F72B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DC6E6338-E934-4768-9890-56DE53AB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7F5C2AC9-0C69-4C11-9D77-E750DA957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Discuss strengths and limitations.</a:t>
            </a:r>
          </a:p>
        </p:txBody>
      </p:sp>
    </p:spTree>
    <p:extLst>
      <p:ext uri="{BB962C8B-B14F-4D97-AF65-F5344CB8AC3E}">
        <p14:creationId xmlns:p14="http://schemas.microsoft.com/office/powerpoint/2010/main" val="15167411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34F16D6B-F61E-469D-9F1B-E847FC25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B854B6BF-54CA-4B28-A1C5-926A29C8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DF1293BE-DC5B-40E1-B0F9-47B55740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10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446E63-876B-4574-8DAA-92AA3A629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Use evidence, not guesses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78BD09B-B4BE-4C87-9ED0-2C9F0AD95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Evaluate the bag against at least six criteria.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8CE18568-29B4-4791-99F0-076D6637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5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562999EF-B921-4C51-81E6-A708EFB4D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32588B2C-62E4-4830-9543-08A45FA4E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For each, provide evidence, a judgement and any limitation.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A5C42590-51B2-4F13-B66D-D5EFABF3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5041A2F9-B04D-4D7A-A2A0-4938CB4E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For the criterion… my evidence is… Therefore…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0F66FA1D-5F15-437E-8022-C3C21B88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52564664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92E7CD07-850D-4DC6-B0DD-8D0C1096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BE3305C1-2C67-486F-A349-FB790D18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02F08302-6109-4671-92EE-F714A9854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10  ·  SECTION 10.3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D17C9C-8F5D-4FAA-B32D-22370A11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10.3 Specific improvement and reflection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AC92FDF-EA2F-4A1D-A988-B2D12336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36FFAD39-D246-491F-9A7B-0B5EA7DA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893F10B1-F22D-488A-A91A-FEB4ADC7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62C77721-54BA-4D4E-969A-23376754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 useful improvement changes a feature, process or decision and explains the expected benefit.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568D5CB8-0D30-4691-AF15-4A8489B86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7816629E-1536-43C8-8087-3067AC7B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85B98E33-4CD5-44A5-9AA8-DE54B571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“Move the closure 10 mm after checking the teacher-approved pattern” is more actionable than “make it better”.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71B84B24-02A2-46FE-8BB3-8C6AC211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2A11B681-3EB9-4C75-9925-714D23A0E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765E77E9-7863-44E8-AA39-710D6308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Finish by reflecting on safe practice, skill development, sustainability decisions and how evidence changed your thinking.</a:t>
            </a:r>
          </a:p>
        </p:txBody>
      </p:sp>
    </p:spTree>
    <p:extLst>
      <p:ext uri="{BB962C8B-B14F-4D97-AF65-F5344CB8AC3E}">
        <p14:creationId xmlns:p14="http://schemas.microsoft.com/office/powerpoint/2010/main" val="77895855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4C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losing-rule">
            <a:extLst xmlns:a="http://schemas.openxmlformats.org/drawingml/2006/main">
              <a:ext uri="{FF2B5EF4-FFF2-40B4-BE49-F238E27FC236}">
                <a16:creationId xmlns:a16="http://schemas.microsoft.com/office/drawing/2014/main" id="{429C2BFA-2FAF-4EC2-947C-0D1084EC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losing-kicker">
            <a:extLst xmlns:a="http://schemas.openxmlformats.org/drawingml/2006/main">
              <a:ext uri="{FF2B5EF4-FFF2-40B4-BE49-F238E27FC236}">
                <a16:creationId xmlns:a16="http://schemas.microsoft.com/office/drawing/2014/main" id="{2B427F07-5810-41E9-B047-86EC165B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10 REVIEW</a:t>
            </a:r>
          </a:p>
        </p:txBody>
      </p:sp>
      <p:sp>
        <p:nvSpPr>
          <p:cNvPr id="3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F2F031F0-AA06-4238-8FE4-97A9AF3C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620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Show what you understand.</a:t>
            </a:r>
          </a:p>
        </p:txBody>
      </p:sp>
      <p:sp>
        <p:nvSpPr>
          <p:cNvPr id="4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581B6FC4-D1ED-46A0-B5F2-6C4A1D40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1. Revisit all three theory sections.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2. Complete 30 knowledge checks and three guided responses.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3. Continue Project Activity 10 and keep authentic evidence.</a:t>
            </a:r>
          </a:p>
        </p:txBody>
      </p:sp>
      <p:sp>
        <p:nvSpPr>
          <p:cNvPr id="5" name="closing-boundary">
            <a:extLst xmlns:a="http://schemas.openxmlformats.org/drawingml/2006/main">
              <a:ext uri="{FF2B5EF4-FFF2-40B4-BE49-F238E27FC236}">
                <a16:creationId xmlns:a16="http://schemas.microsoft.com/office/drawing/2014/main" id="{25144D65-6BBF-4EAA-8C07-F82DC800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D98B"/>
                </a:solidFill>
              </a:defRPr>
            </a:pPr>
            <a:r>
              <a:rPr sz="1500" b="1">
                <a:solidFill>
                  <a:srgbClr val="FFD98B"/>
                </a:solidFill>
              </a:rPr>
              <a:t>Exact practical instructions and formal submission arrangements: Teacher to confirm.</a:t>
            </a:r>
          </a:p>
        </p:txBody>
      </p:sp>
    </p:spTree>
    <p:extLst>
      <p:ext uri="{BB962C8B-B14F-4D97-AF65-F5344CB8AC3E}">
        <p14:creationId xmlns:p14="http://schemas.microsoft.com/office/powerpoint/2010/main" val="16197433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2026-08-11T11:10:40.2120000Z</dcterms:created>
  <dcterms:modified xsi:type="dcterms:W3CDTF">2026-08-11T11:10:40.2120000Z</dcterms:modified>
</coreProperties>
</file>