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4436428a194196" /><Relationship Type="http://schemas.openxmlformats.org/officeDocument/2006/relationships/extended-properties" Target="/docProps/app.xml" Id="R2ceed8edd63a43a1" /><Relationship Type="http://schemas.openxmlformats.org/officeDocument/2006/relationships/officeDocument" Target="/ppt/presentation.xml" Id="Rfacefdd08c0648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f8f65180884d7c"/>
  </p:sldMasterIdLst>
  <p:notesMasterIdLst>
    <p:notesMasterId xmlns:r="http://schemas.openxmlformats.org/officeDocument/2006/relationships" r:id="Rbdf9d9b7371c4a7d"/>
  </p:notesMasterIdLst>
  <p:sldIdLst>
    <p:sldId xmlns:r="http://schemas.openxmlformats.org/officeDocument/2006/relationships" id="256" r:id="R30d351778b2b4fea"/>
    <p:sldId xmlns:r="http://schemas.openxmlformats.org/officeDocument/2006/relationships" id="257" r:id="R96c990de80324770"/>
    <p:sldId xmlns:r="http://schemas.openxmlformats.org/officeDocument/2006/relationships" id="258" r:id="R0a4ad638b6904109"/>
    <p:sldId xmlns:r="http://schemas.openxmlformats.org/officeDocument/2006/relationships" id="259" r:id="R65fcbec1ccf64451"/>
    <p:sldId xmlns:r="http://schemas.openxmlformats.org/officeDocument/2006/relationships" id="260" r:id="Rd0a1c1edd99f4750"/>
    <p:sldId xmlns:r="http://schemas.openxmlformats.org/officeDocument/2006/relationships" id="261" r:id="Rcef289edbc3c46c9"/>
    <p:sldId xmlns:r="http://schemas.openxmlformats.org/officeDocument/2006/relationships" id="262" r:id="R3e354b64c72345f5"/>
    <p:sldId xmlns:r="http://schemas.openxmlformats.org/officeDocument/2006/relationships" id="263" r:id="R9dbe77e2c1b446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401e7cd02746a0" /><Relationship Type="http://schemas.openxmlformats.org/officeDocument/2006/relationships/slideMaster" Target="/ppt/slideMasters/slideMaster1.xml" Id="Rcff8f65180884d7c" /><Relationship Type="http://schemas.openxmlformats.org/officeDocument/2006/relationships/notesMaster" Target="/ppt/notesMasters/notesMaster1.xml" Id="Rbdf9d9b7371c4a7d" /><Relationship Type="http://schemas.openxmlformats.org/officeDocument/2006/relationships/presProps" Target="/ppt/presProps.xml" Id="R8d5c23284d904f89" /><Relationship Type="http://schemas.openxmlformats.org/officeDocument/2006/relationships/tableStyles" Target="/ppt/tableStyles.xml" Id="R478f6c9c4dfd4917" /><Relationship Type="http://schemas.openxmlformats.org/officeDocument/2006/relationships/slide" Target="/ppt/slides/slide1.xml" Id="R30d351778b2b4fea" /><Relationship Type="http://schemas.openxmlformats.org/officeDocument/2006/relationships/slide" Target="/ppt/slides/slide2.xml" Id="R96c990de80324770" /><Relationship Type="http://schemas.openxmlformats.org/officeDocument/2006/relationships/slide" Target="/ppt/slides/slide3.xml" Id="R0a4ad638b6904109" /><Relationship Type="http://schemas.openxmlformats.org/officeDocument/2006/relationships/slide" Target="/ppt/slides/slide4.xml" Id="R65fcbec1ccf64451" /><Relationship Type="http://schemas.openxmlformats.org/officeDocument/2006/relationships/slide" Target="/ppt/slides/slide5.xml" Id="Rd0a1c1edd99f4750" /><Relationship Type="http://schemas.openxmlformats.org/officeDocument/2006/relationships/slide" Target="/ppt/slides/slide6.xml" Id="Rcef289edbc3c46c9" /><Relationship Type="http://schemas.openxmlformats.org/officeDocument/2006/relationships/slide" Target="/ppt/slides/slide7.xml" Id="R3e354b64c72345f5" /><Relationship Type="http://schemas.openxmlformats.org/officeDocument/2006/relationships/slide" Target="/ppt/slides/slide8.xml" Id="R9dbe77e2c1b446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0f9db9d42e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126f3fc2e34e5f" /><Relationship Type="http://schemas.openxmlformats.org/officeDocument/2006/relationships/notesMaster" Target="/ppt/notesMasters/notesMaster1.xml" Id="R93097f5c3c544a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89cfa4fecf480a" /><Relationship Type="http://schemas.openxmlformats.org/officeDocument/2006/relationships/notesMaster" Target="/ppt/notesMasters/notesMaster1.xml" Id="Rfa2a27e0dbc746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1c8659fb824998" /><Relationship Type="http://schemas.openxmlformats.org/officeDocument/2006/relationships/notesMaster" Target="/ppt/notesMasters/notesMaster1.xml" Id="Rc924a868a5bf47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6568e70083492b" /><Relationship Type="http://schemas.openxmlformats.org/officeDocument/2006/relationships/notesMaster" Target="/ppt/notesMasters/notesMaster1.xml" Id="R92bfb1a3b6c94d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3c4492e85448f5" /><Relationship Type="http://schemas.openxmlformats.org/officeDocument/2006/relationships/notesMaster" Target="/ppt/notesMasters/notesMaster1.xml" Id="R8e934d631aa24f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6074fe225e4422" /><Relationship Type="http://schemas.openxmlformats.org/officeDocument/2006/relationships/notesMaster" Target="/ppt/notesMasters/notesMaster1.xml" Id="R23c74c6192ec43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f933d716c2442b" /><Relationship Type="http://schemas.openxmlformats.org/officeDocument/2006/relationships/notesMaster" Target="/ppt/notesMasters/notesMaster1.xml" Id="R1608d91aae6b45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45e7becf5445ae" /><Relationship Type="http://schemas.openxmlformats.org/officeDocument/2006/relationships/notesMaster" Target="/ppt/notesMasters/notesMaster1.xml" Id="Rd339884c2b0a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61a0ea7cc42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e0a4c1deb84e1a" /><Relationship Type="http://schemas.openxmlformats.org/officeDocument/2006/relationships/slideLayout" Target="/ppt/slideLayouts/slideLayout1.xml" Id="R8260eb67bc4b43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60eb67bc4b43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386e139994826" /><Relationship Type="http://schemas.openxmlformats.org/officeDocument/2006/relationships/image" Target="/ppt/media/image.png" Id="R9318a4fbb53844a7" /><Relationship Type="http://schemas.openxmlformats.org/officeDocument/2006/relationships/notesSlide" Target="/ppt/notesSlides/notesSlide1.xml" Id="Rff7f7e66138743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743fca8054c85" /><Relationship Type="http://schemas.openxmlformats.org/officeDocument/2006/relationships/notesSlide" Target="/ppt/notesSlides/notesSlide2.xml" Id="R69eff6b1201d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a9634e4f7453c" /><Relationship Type="http://schemas.openxmlformats.org/officeDocument/2006/relationships/notesSlide" Target="/ppt/notesSlides/notesSlide3.xml" Id="R8e704425945e46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ce13c97d3497f" /><Relationship Type="http://schemas.openxmlformats.org/officeDocument/2006/relationships/notesSlide" Target="/ppt/notesSlides/notesSlide4.xml" Id="Rbc46a9e906484a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32dac786b400c" /><Relationship Type="http://schemas.openxmlformats.org/officeDocument/2006/relationships/notesSlide" Target="/ppt/notesSlides/notesSlide5.xml" Id="Rfa18db7fae5443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cef4417e44b7a" /><Relationship Type="http://schemas.openxmlformats.org/officeDocument/2006/relationships/notesSlide" Target="/ppt/notesSlides/notesSlide6.xml" Id="R524f5f74d5674a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af4b9a0d843a6" /><Relationship Type="http://schemas.openxmlformats.org/officeDocument/2006/relationships/notesSlide" Target="/ppt/notesSlides/notesSlide7.xml" Id="R50c4fb41f6ce41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a49771f894089" /><Relationship Type="http://schemas.openxmlformats.org/officeDocument/2006/relationships/notesSlide" Target="/ppt/notesSlides/notesSlide8.xml" Id="R711257a748e246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58AAFA27-8D68-4D3A-BE22-14E6B06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8a4fbb53844a7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0D45F81D-1E14-4832-849E-371DE487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10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77993E57-B731-40FE-B246-38BA776E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Test, evaluate and improve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5103F31-E0C2-4637-A481-242AB29B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Judge the finished solution against the brief using evidence.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B8A30814-DC6D-43C9-A2EE-802B51C8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8881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C3D57347-ACE8-4F32-93B4-D00706C0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2377FDC9-5D35-4218-848D-1A4F15C1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6205FCFA-6333-41D6-8FC2-2CFEFF05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10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CFBD90-D55C-48B2-B043-82D9A981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C584FF8-9F72-4FE3-9716-9BECAB38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80E1CA9B-B1B7-42E7-9FDF-BCE1EC5B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CEF3AD48-8475-416E-BBAA-42522FDA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21238FF8-DBDC-470D-BCF4-EA1840F7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10.1 Testing the product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C61DEB05-BE30-467D-A877-79CD8C18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BA279737-4B10-46EC-B26E-4A33D4D6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589FD178-EB43-49FE-9666-0A42308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10.2 Evidence-based evaluation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6CA1D727-2754-4983-9F3B-A5D7CAD0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F42806CB-5FCF-446F-9122-7284977D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DCEDE004-B508-4951-A6B5-8871066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10.3 Specific improvement and reflection</a:t>
            </a:r>
          </a:p>
        </p:txBody>
      </p:sp>
    </p:spTree>
    <p:extLst>
      <p:ext uri="{BB962C8B-B14F-4D97-AF65-F5344CB8AC3E}">
        <p14:creationId xmlns:p14="http://schemas.microsoft.com/office/powerpoint/2010/main" val="511909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73AEDDD2-42C4-4E35-8BBF-6E152CF3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2AD5A40E-8E30-4564-A18F-285EEB7F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B33A4248-66B8-4E33-AEFA-FEDBF36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10  ·  SECTION 10.1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5E9174-32FC-4D05-B612-C93BB541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10.1 Testing the product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7D9BCF9-7599-4B0A-9D91-3E37A26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DEA14263-7581-4522-AC60-8C8A113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4616FA2E-9042-4ACB-9143-D83BC369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C13E685B-105B-4D46-890F-12FD1E4C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Testing should match the criteria.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8B0E31ED-F386-4CC6-8B4E-BA15582A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ED1643FF-5F90-4F4C-B6D0-4BA267BC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AACAACFC-ED9E-4E4D-AAE9-F63B3609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fair test controls what can be controlled and records what actually happened.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B7282586-E64C-494B-B7B4-70816936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5F75EB8B-9659-4CCC-B63E-A0D9B925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FB7B3B7D-3C42-44C5-AC2E-F051C23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This makes it harder to change the test simply because the product performed differently from the prediction.</a:t>
            </a:r>
          </a:p>
        </p:txBody>
      </p:sp>
    </p:spTree>
    <p:extLst>
      <p:ext uri="{BB962C8B-B14F-4D97-AF65-F5344CB8AC3E}">
        <p14:creationId xmlns:p14="http://schemas.microsoft.com/office/powerpoint/2010/main" val="288334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0BD090FD-933C-408C-B608-C9A38400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5E3387E0-D188-4894-8506-0FA60463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258C6430-2B85-48B0-ADEB-5668FD17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10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90C791-2FF6-43DE-A27F-CBB63584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E9945D-E277-48D9-8F2E-7164072D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Design four safe tests for the finished lunch bag.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5A4BB419-0527-4FF2-BF68-E3B4451D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49567BE1-DA3D-4A98-9F2E-286D03C8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648D0E54-0FE0-4837-A8D1-7EE870DA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Link each test to one criterion, method, evidence and limit.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70ABB2A8-3616-4486-9289-4B4C925C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492E373D-D1FC-4830-9143-321CFDB4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For the criterion… I will test by… I will record…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E1B41CDB-B1D0-4E30-A95E-8F417D87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379695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88AE1606-1209-4357-9D67-6F9E114B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4F655B9D-F7EE-4F53-B357-45EC61BE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759192AD-02CC-4AC8-957B-91F091F2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10  ·  SECTION 10.2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12F33-F537-4482-86F0-70C3664F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10.2 Evidence-based evaluation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738314-CA6D-4323-A0E7-5CC358AD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A6E7BA0-53EB-4556-B4EC-B8C01E3F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BFD0B5A9-8E4D-4EB0-A63E-91BBE971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79811EF6-EE5E-4666-994D-A0DCA974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An evaluation combines a criterion, evidence and judgement.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4704D391-2181-43A5-8ABF-BA7923AD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37E2FD8B-E21A-42C9-8070-783AD332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EEFD4646-D547-4151-9B98-2F6AB1CE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successful feature can still be refined.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8EDA9183-0220-422F-9D93-B83ACF2B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4FE59C37-C0AD-45F4-87DA-71455F66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C54BED87-2AD9-43C9-B129-47CA5DE7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Include limitations because they reveal where the evidence is incomplete or where performance is mixed.</a:t>
            </a:r>
          </a:p>
        </p:txBody>
      </p:sp>
    </p:spTree>
    <p:extLst>
      <p:ext uri="{BB962C8B-B14F-4D97-AF65-F5344CB8AC3E}">
        <p14:creationId xmlns:p14="http://schemas.microsoft.com/office/powerpoint/2010/main" val="2065289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554AEB4C-0B3D-4904-9D02-40931F06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37BE4F09-C6B0-4B30-B313-68A22B4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F984B58A-0F67-40D2-AEA6-A033403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10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9AFD72-C9C1-4AB1-9263-C32FC040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0A5838-E2FB-476D-B1CB-DFFC4461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Evaluate the bag against at least six criteria.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A45CA832-0EA5-4B57-BBB3-12EE8C33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A3BFACDB-B889-418C-B363-362E222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CB4D9ADE-8691-47B8-8D08-1F3A41AB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For each, provide evidence, a judgement and any limitation.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1AD1776C-13E8-4AA4-9EB8-ED1A634F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A6E31A18-AD14-4710-8265-315704E4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For the criterion… my evidence is… Therefore…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61841285-BD1A-43AC-B73F-825116C6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318510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CCCC5C63-84DB-481E-9F2A-3CD637CA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BE5DB12D-9E3F-44F8-8506-2635E53E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CA16DB3C-0ED9-4004-A07F-ECB0A006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10  ·  SECTION 10.3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9FBFE5-F53C-44B1-80F5-8ABD6CB5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10.3 Specific improvement and reflection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B747CDC-81CF-4FC7-A1A5-8EF7ACB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CFE5B4F0-7693-4444-AE40-43D89AA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82FD02A7-F10C-45E7-80F4-51B5E6C4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19DF3EFE-EEF6-4D3D-A447-9A9E24AE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useful improvement changes a feature, process or decision and explains the expected benefit.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BE403B95-EC2F-4528-8352-C7C2CF77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CE8A3842-B86F-4929-A4BE-426E3817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00153505-8E1A-445E-8F76-34567C4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It may refine a feature, alter a sequence, improve a quality checkpoint or change how evidence is collected.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E0073844-E142-49CD-BB5D-3441207C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B9E38462-221C-4A0E-8F41-A097DCD9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D5510C20-2572-442C-9765-94EAA3A3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Use one real moment as evidence for each claim.</a:t>
            </a:r>
          </a:p>
        </p:txBody>
      </p:sp>
    </p:spTree>
    <p:extLst>
      <p:ext uri="{BB962C8B-B14F-4D97-AF65-F5344CB8AC3E}">
        <p14:creationId xmlns:p14="http://schemas.microsoft.com/office/powerpoint/2010/main" val="1991827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7518FA5-DC35-4C19-B557-568C71C7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8BDE64A9-47D2-4316-900F-C4A5F14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10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4416176-876C-4DB1-99F0-82F2311F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D5C4C3F7-B22B-452A-8210-3454C0B2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the Product test and evaluation lab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824C509E-D6B4-4D97-BB16-3BC58FEA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1884984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2026-08-11T12:15:46.8130000Z</dcterms:created>
  <dcterms:modified xsi:type="dcterms:W3CDTF">2026-08-11T12:15:46.8130000Z</dcterms:modified>
</coreProperties>
</file>