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ec62e942445ad" /><Relationship Type="http://schemas.openxmlformats.org/officeDocument/2006/relationships/extended-properties" Target="/docProps/app.xml" Id="R898d4e782fb940f0" /><Relationship Type="http://schemas.openxmlformats.org/officeDocument/2006/relationships/officeDocument" Target="/ppt/presentation.xml" Id="Rb0efe4c3d40f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1b4bae7784c6a"/>
  </p:sldMasterIdLst>
  <p:notesMasterIdLst>
    <p:notesMasterId xmlns:r="http://schemas.openxmlformats.org/officeDocument/2006/relationships" r:id="Rb0fc725deacf44c1"/>
  </p:notesMasterIdLst>
  <p:sldIdLst>
    <p:sldId xmlns:r="http://schemas.openxmlformats.org/officeDocument/2006/relationships" id="256" r:id="R836af1a375c84f75"/>
    <p:sldId xmlns:r="http://schemas.openxmlformats.org/officeDocument/2006/relationships" id="257" r:id="Rdd4f0851f3c54b50"/>
    <p:sldId xmlns:r="http://schemas.openxmlformats.org/officeDocument/2006/relationships" id="258" r:id="Rf079d77d2e3846a7"/>
    <p:sldId xmlns:r="http://schemas.openxmlformats.org/officeDocument/2006/relationships" id="259" r:id="Rdacceee3a3dc49fe"/>
    <p:sldId xmlns:r="http://schemas.openxmlformats.org/officeDocument/2006/relationships" id="260" r:id="R3547910200fc4194"/>
    <p:sldId xmlns:r="http://schemas.openxmlformats.org/officeDocument/2006/relationships" id="261" r:id="Rba2cf94aa05f436f"/>
    <p:sldId xmlns:r="http://schemas.openxmlformats.org/officeDocument/2006/relationships" id="262" r:id="Ra5d2d28385d44196"/>
    <p:sldId xmlns:r="http://schemas.openxmlformats.org/officeDocument/2006/relationships" id="263" r:id="Re897237e869b4d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b578af0fb4269" /><Relationship Type="http://schemas.openxmlformats.org/officeDocument/2006/relationships/slideMaster" Target="/ppt/slideMasters/slideMaster1.xml" Id="R6451b4bae7784c6a" /><Relationship Type="http://schemas.openxmlformats.org/officeDocument/2006/relationships/notesMaster" Target="/ppt/notesMasters/notesMaster1.xml" Id="Rb0fc725deacf44c1" /><Relationship Type="http://schemas.openxmlformats.org/officeDocument/2006/relationships/presProps" Target="/ppt/presProps.xml" Id="R46a6505ba0c44c8b" /><Relationship Type="http://schemas.openxmlformats.org/officeDocument/2006/relationships/tableStyles" Target="/ppt/tableStyles.xml" Id="Rb2b13aa11e444856" /><Relationship Type="http://schemas.openxmlformats.org/officeDocument/2006/relationships/slide" Target="/ppt/slides/slide1.xml" Id="R836af1a375c84f75" /><Relationship Type="http://schemas.openxmlformats.org/officeDocument/2006/relationships/slide" Target="/ppt/slides/slide2.xml" Id="Rdd4f0851f3c54b50" /><Relationship Type="http://schemas.openxmlformats.org/officeDocument/2006/relationships/slide" Target="/ppt/slides/slide3.xml" Id="Rf079d77d2e3846a7" /><Relationship Type="http://schemas.openxmlformats.org/officeDocument/2006/relationships/slide" Target="/ppt/slides/slide4.xml" Id="Rdacceee3a3dc49fe" /><Relationship Type="http://schemas.openxmlformats.org/officeDocument/2006/relationships/slide" Target="/ppt/slides/slide5.xml" Id="R3547910200fc4194" /><Relationship Type="http://schemas.openxmlformats.org/officeDocument/2006/relationships/slide" Target="/ppt/slides/slide6.xml" Id="Rba2cf94aa05f436f" /><Relationship Type="http://schemas.openxmlformats.org/officeDocument/2006/relationships/slide" Target="/ppt/slides/slide7.xml" Id="Ra5d2d28385d44196" /><Relationship Type="http://schemas.openxmlformats.org/officeDocument/2006/relationships/slide" Target="/ppt/slides/slide8.xml" Id="Re897237e869b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5bf76d347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986d228954e7c" /><Relationship Type="http://schemas.openxmlformats.org/officeDocument/2006/relationships/notesMaster" Target="/ppt/notesMasters/notesMaster1.xml" Id="Re24c5f5181f44e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8603042b242a3" /><Relationship Type="http://schemas.openxmlformats.org/officeDocument/2006/relationships/notesMaster" Target="/ppt/notesMasters/notesMaster1.xml" Id="R97f2ac3962a4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d5a96f7e854e7a" /><Relationship Type="http://schemas.openxmlformats.org/officeDocument/2006/relationships/notesMaster" Target="/ppt/notesMasters/notesMaster1.xml" Id="R5ad3b76c89d2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64786f618542ca" /><Relationship Type="http://schemas.openxmlformats.org/officeDocument/2006/relationships/notesMaster" Target="/ppt/notesMasters/notesMaster1.xml" Id="Re7e4302079bd49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7074f59564291" /><Relationship Type="http://schemas.openxmlformats.org/officeDocument/2006/relationships/notesMaster" Target="/ppt/notesMasters/notesMaster1.xml" Id="R1d74f1e2fab2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1d03b6d844145" /><Relationship Type="http://schemas.openxmlformats.org/officeDocument/2006/relationships/notesMaster" Target="/ppt/notesMasters/notesMaster1.xml" Id="R84b6fac9ab7f46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3500eaad30470f" /><Relationship Type="http://schemas.openxmlformats.org/officeDocument/2006/relationships/notesMaster" Target="/ppt/notesMasters/notesMaster1.xml" Id="R5beee0e5bb3047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a07840162d4120" /><Relationship Type="http://schemas.openxmlformats.org/officeDocument/2006/relationships/notesMaster" Target="/ppt/notesMasters/notesMaster1.xml" Id="R026f244df570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b5c0197ae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fd895976c4ef9" /><Relationship Type="http://schemas.openxmlformats.org/officeDocument/2006/relationships/slideLayout" Target="/ppt/slideLayouts/slideLayout1.xml" Id="Ref4238e16403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238e16403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7fd934cbd4e9a" /><Relationship Type="http://schemas.openxmlformats.org/officeDocument/2006/relationships/image" Target="/ppt/media/image.png" Id="R4b2c59cede174e9c" /><Relationship Type="http://schemas.openxmlformats.org/officeDocument/2006/relationships/notesSlide" Target="/ppt/notesSlides/notesSlide1.xml" Id="Rba902dba481944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d776d56ec45a5" /><Relationship Type="http://schemas.openxmlformats.org/officeDocument/2006/relationships/notesSlide" Target="/ppt/notesSlides/notesSlide2.xml" Id="R1a39907a735a43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961dbd504be6" /><Relationship Type="http://schemas.openxmlformats.org/officeDocument/2006/relationships/notesSlide" Target="/ppt/notesSlides/notesSlide3.xml" Id="R3b7298d0dce1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5b7a7fe741db" /><Relationship Type="http://schemas.openxmlformats.org/officeDocument/2006/relationships/notesSlide" Target="/ppt/notesSlides/notesSlide4.xml" Id="Rbc69969e76574f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e4bb75753487f" /><Relationship Type="http://schemas.openxmlformats.org/officeDocument/2006/relationships/notesSlide" Target="/ppt/notesSlides/notesSlide5.xml" Id="R3ff6cff5a91f46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a275824d341aa" /><Relationship Type="http://schemas.openxmlformats.org/officeDocument/2006/relationships/notesSlide" Target="/ppt/notesSlides/notesSlide6.xml" Id="R6127be047871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1ecded9c441b" /><Relationship Type="http://schemas.openxmlformats.org/officeDocument/2006/relationships/notesSlide" Target="/ppt/notesSlides/notesSlide7.xml" Id="Rbcebae31eec8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bbac459f14608" /><Relationship Type="http://schemas.openxmlformats.org/officeDocument/2006/relationships/notesSlide" Target="/ppt/notesSlides/notesSlide8.xml" Id="R06a0937afbb042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2BA76C15-C868-4F49-865D-C654B61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c59cede174e9c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AC2476BB-CB9E-4CD2-892C-131744E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5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2288557-DFC8-46BD-9D6B-525AF22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Develop and communicate ideas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3BA3A67-BA00-487A-B633-D98DD61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Generate alternatives, annotate decisions and present a final design.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337E46BC-2447-4655-AA07-06019C5F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44550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37B3A7A4-B058-4375-A568-4F64EB8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C88BED9-9099-45A8-8364-972186CF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2594F84F-4D33-4A2F-89EA-12DBC372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A06375-58CC-48F6-AB48-9E259A2F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4B204C-CF9C-4C08-B0F8-14FF1FC1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75C9F19-003E-4506-8DFD-99A4051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D0AFA450-22FC-4375-9FFA-089D023B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048042CB-50C7-459E-8AD7-F50536D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5.1 Research and inspiration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04928F7-1CEA-4BD4-8490-93AD183D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01327014-FE66-4AF8-A5D5-88F05BCB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F57F3444-0638-4DAD-8FE8-C1B4D492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5.2 Generate different concepts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9800125-A704-4C22-A59D-BD2B146D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0D4D92F8-39F9-410F-BBC5-AC4E65C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4CDD8366-08CC-4189-9C72-EC2BAAB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5.3 Final design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2955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BC35AC9-C28A-443E-AA7E-45BD4D8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CF1D9C6-3865-4AFB-8CEA-730EDF2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59A2657-790B-4CA8-9BE0-C426F8E3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SECTION 5.1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77231-FB17-4216-BD17-75CEE42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5.1 Research and inspiration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92DD23-5201-4849-97C3-F9C90B0D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FB612E8-7C7A-485C-AA17-52F7A2E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3D86BC3A-8565-4D8F-87C9-00BAA72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6E9D3FC5-A023-4F7B-AB3D-FD7F1C76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Research helps a designer understand existing lunch bags, alternative packaging, closures, decorative approaches and user preferences.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347B93B-393E-400C-A94E-ECC0EFA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17C5CC9B-FC18-4EC7-9B14-55CDBB7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DEDC067A-64F5-4D64-B5D0-D39B570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Useful research records the source, identifies a feature and explains how it may influence the project.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B724AB6-4222-4354-B968-D4E7689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35C7267E-FA2F-4A4E-AC6C-2F04A04C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2B2B196F-3D04-46A6-886B-63671E5D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Do not copy a complete product.</a:t>
            </a:r>
          </a:p>
        </p:txBody>
      </p:sp>
    </p:spTree>
    <p:extLst>
      <p:ext uri="{BB962C8B-B14F-4D97-AF65-F5344CB8AC3E}">
        <p14:creationId xmlns:p14="http://schemas.microsoft.com/office/powerpoint/2010/main" val="28258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BD3289B3-596A-4B12-A35C-2B1577E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362E792-CFC0-4BF7-92FD-A341DB17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ED9B51C-5644-4388-A3F9-6630143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287F3A-0C68-4CF0-921B-BC1411C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9E2810-FC0D-4845-90DC-BE1F39E2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Analyse three existing lunch-bag solutions.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F7BAE99D-590A-4AF3-8771-479F0395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FF718047-3F30-4E1A-AE0C-9F3ED3A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28801D86-64A1-4C23-862F-2E3287C8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Identify a feature, strength, limitation and possible influence for each.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7435102A-90E9-48D2-9CCE-D5E4E3F1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1DC4B865-60D6-486D-A4D3-2F37431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This product uses… A strength is… I could adapt…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321F3D41-2F27-4C62-8EF0-F3682CF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472233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D99EF933-AE6D-482E-A700-5ECF640D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761F5851-0547-465B-8E04-B29B215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D585F4BE-66E5-4509-BFF1-3662F509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SECTION 5.2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54C1F-D5E6-4B54-B70E-6873D82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5.2 Generate different concepts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282C3E-A8EE-4A8E-8956-37BACDC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F0CE655F-EBD4-4CAC-A024-6F424F5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48528EB6-5590-4D52-92B0-1C750804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56C138EB-AB19-4B53-8AAC-19B4490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Strong design development produces several genuinely different concepts.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79555E64-DC90-40AF-9193-A5F53D2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9AF98873-0BB8-473C-920C-C06634B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F502E954-CE08-4A2D-B317-D9AF51F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Change meaningful features such as shape, proportion, closure, handle, pocket, colour arrangement or decorative technique.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DFB6D085-4200-4272-838B-38522F91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85516FD-BFC6-4D87-AF4C-5C04876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54C21517-11B2-43A1-8D59-1511B805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Small thumbnail sketches help ideas appear quickly.</a:t>
            </a:r>
          </a:p>
        </p:txBody>
      </p:sp>
    </p:spTree>
    <p:extLst>
      <p:ext uri="{BB962C8B-B14F-4D97-AF65-F5344CB8AC3E}">
        <p14:creationId xmlns:p14="http://schemas.microsoft.com/office/powerpoint/2010/main" val="986076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2603B6B-5FD6-42DB-A02F-1EF578B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248480A-CAE0-4344-B589-75655A0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4D723E9E-D9F0-4BBC-9674-997363E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9BDA75-3E73-4036-BAD2-C1A3283D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C0AEEF-0708-4D15-9E16-22E033A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Develop four genuinely different concepts.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30EEEAD7-79E0-41D1-BABD-5FFDBDE5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9D3A0BEE-7905-42E7-BD36-C294D71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27AEB015-82E5-43FB-A20B-F1FD649F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Describe form, closure, carrying feature, decoration and user benefit for each.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B9ECC9A1-F055-4392-A416-65184906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67BB975E-4E9C-496C-970C-7AEC10DC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Concept A differs because…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35A16F2F-28D2-4D9A-A58C-83DA05B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048437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7A8CA00-8803-4AF6-AD40-C8F09C21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F55ADEB8-C16A-4DA3-BD7F-4BEB043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A9CE7D58-0D01-4F2E-BBE2-11E8695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5  ·  SECTION 5.3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6B6CE-92A3-455F-BA64-F543219E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5.3 Final design communication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32C781-0908-48D1-89AE-73E73EE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0D1AA9F-E3BB-48B3-9847-620F1C5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BF32FFA7-2275-4B91-9F1E-BE4CA46E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3AA81FD7-B66B-47AA-8AF1-E55F13F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final design drawing should be clear enough for another person to understand.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6C8EDDE-269E-42D0-AA3C-0B4900B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D263D83B-B1DB-4DF7-8185-B8FF5DB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0BDEB75A-96E4-4C42-9428-800CFEAB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Show the overall form and label important materials, components, closures, decorative features and construction decisions.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16EC1A89-EC23-4FAA-A030-3DAD6F59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19A5A1D1-B047-4500-A876-84A04380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EAAE0495-6CDC-427B-B79F-9E24F10E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Include views or details when one drawing cannot show enough.</a:t>
            </a:r>
          </a:p>
        </p:txBody>
      </p:sp>
    </p:spTree>
    <p:extLst>
      <p:ext uri="{BB962C8B-B14F-4D97-AF65-F5344CB8AC3E}">
        <p14:creationId xmlns:p14="http://schemas.microsoft.com/office/powerpoint/2010/main" val="1086561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C0C6BAFF-FE6B-4AB8-9006-756ED2A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F411A540-A624-468F-B48B-22F75838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5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BF1087E-5BA6-4D80-BB33-3B907FBB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D9494E21-D938-4929-99A7-CBBA200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5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0CE15D12-BE0B-4C57-B070-1DCB9DA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591598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2026-08-11T11:10:36.3380000Z</dcterms:created>
  <dcterms:modified xsi:type="dcterms:W3CDTF">2026-08-11T11:10:36.3380000Z</dcterms:modified>
</coreProperties>
</file>