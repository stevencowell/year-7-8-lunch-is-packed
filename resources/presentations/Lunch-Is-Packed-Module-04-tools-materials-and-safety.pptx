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2eea46df47451f" /><Relationship Type="http://schemas.openxmlformats.org/officeDocument/2006/relationships/extended-properties" Target="/docProps/app.xml" Id="Re400818581e74abd" /><Relationship Type="http://schemas.openxmlformats.org/officeDocument/2006/relationships/officeDocument" Target="/ppt/presentation.xml" Id="R2c94bcee522f48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fe502019e74c04"/>
  </p:sldMasterIdLst>
  <p:notesMasterIdLst>
    <p:notesMasterId xmlns:r="http://schemas.openxmlformats.org/officeDocument/2006/relationships" r:id="Rb9713bd539604dda"/>
  </p:notesMasterIdLst>
  <p:sldIdLst>
    <p:sldId xmlns:r="http://schemas.openxmlformats.org/officeDocument/2006/relationships" id="256" r:id="R36d4e88e32224699"/>
    <p:sldId xmlns:r="http://schemas.openxmlformats.org/officeDocument/2006/relationships" id="257" r:id="R414ecac8a1854fd4"/>
    <p:sldId xmlns:r="http://schemas.openxmlformats.org/officeDocument/2006/relationships" id="258" r:id="R0a639cd186ad4c9c"/>
    <p:sldId xmlns:r="http://schemas.openxmlformats.org/officeDocument/2006/relationships" id="259" r:id="Rae1b2c0b401447c1"/>
    <p:sldId xmlns:r="http://schemas.openxmlformats.org/officeDocument/2006/relationships" id="260" r:id="Rcdd83611cb4c43d6"/>
    <p:sldId xmlns:r="http://schemas.openxmlformats.org/officeDocument/2006/relationships" id="261" r:id="R2931d1fcd10349f3"/>
    <p:sldId xmlns:r="http://schemas.openxmlformats.org/officeDocument/2006/relationships" id="262" r:id="R17af42fc00114ea8"/>
    <p:sldId xmlns:r="http://schemas.openxmlformats.org/officeDocument/2006/relationships" id="263" r:id="Re0facad5d9a341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fc131c44ab45f1" /><Relationship Type="http://schemas.openxmlformats.org/officeDocument/2006/relationships/slideMaster" Target="/ppt/slideMasters/slideMaster1.xml" Id="R22fe502019e74c04" /><Relationship Type="http://schemas.openxmlformats.org/officeDocument/2006/relationships/notesMaster" Target="/ppt/notesMasters/notesMaster1.xml" Id="Rb9713bd539604dda" /><Relationship Type="http://schemas.openxmlformats.org/officeDocument/2006/relationships/presProps" Target="/ppt/presProps.xml" Id="Rf08523f65a594000" /><Relationship Type="http://schemas.openxmlformats.org/officeDocument/2006/relationships/tableStyles" Target="/ppt/tableStyles.xml" Id="Rccaee42c260341b4" /><Relationship Type="http://schemas.openxmlformats.org/officeDocument/2006/relationships/slide" Target="/ppt/slides/slide1.xml" Id="R36d4e88e32224699" /><Relationship Type="http://schemas.openxmlformats.org/officeDocument/2006/relationships/slide" Target="/ppt/slides/slide2.xml" Id="R414ecac8a1854fd4" /><Relationship Type="http://schemas.openxmlformats.org/officeDocument/2006/relationships/slide" Target="/ppt/slides/slide3.xml" Id="R0a639cd186ad4c9c" /><Relationship Type="http://schemas.openxmlformats.org/officeDocument/2006/relationships/slide" Target="/ppt/slides/slide4.xml" Id="Rae1b2c0b401447c1" /><Relationship Type="http://schemas.openxmlformats.org/officeDocument/2006/relationships/slide" Target="/ppt/slides/slide5.xml" Id="Rcdd83611cb4c43d6" /><Relationship Type="http://schemas.openxmlformats.org/officeDocument/2006/relationships/slide" Target="/ppt/slides/slide6.xml" Id="R2931d1fcd10349f3" /><Relationship Type="http://schemas.openxmlformats.org/officeDocument/2006/relationships/slide" Target="/ppt/slides/slide7.xml" Id="R17af42fc00114ea8" /><Relationship Type="http://schemas.openxmlformats.org/officeDocument/2006/relationships/slide" Target="/ppt/slides/slide8.xml" Id="Re0facad5d9a341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0ad02661a842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120fbc40484c73" /><Relationship Type="http://schemas.openxmlformats.org/officeDocument/2006/relationships/notesMaster" Target="/ppt/notesMasters/notesMaster1.xml" Id="R8941029e570843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c16d3dace44b56" /><Relationship Type="http://schemas.openxmlformats.org/officeDocument/2006/relationships/notesMaster" Target="/ppt/notesMasters/notesMaster1.xml" Id="R5d60d6c2d8dc4d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0c206990c142ea" /><Relationship Type="http://schemas.openxmlformats.org/officeDocument/2006/relationships/notesMaster" Target="/ppt/notesMasters/notesMaster1.xml" Id="R697d79a93f1647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9b10e5172c43e9" /><Relationship Type="http://schemas.openxmlformats.org/officeDocument/2006/relationships/notesMaster" Target="/ppt/notesMasters/notesMaster1.xml" Id="R2a6f79ce27064a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70c6bbd3094c98" /><Relationship Type="http://schemas.openxmlformats.org/officeDocument/2006/relationships/notesMaster" Target="/ppt/notesMasters/notesMaster1.xml" Id="R4fe1c073e7b64e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2c5aa8e75c44f1" /><Relationship Type="http://schemas.openxmlformats.org/officeDocument/2006/relationships/notesMaster" Target="/ppt/notesMasters/notesMaster1.xml" Id="R9a2fb27e3a1e40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ff9b79fe584861" /><Relationship Type="http://schemas.openxmlformats.org/officeDocument/2006/relationships/notesMaster" Target="/ppt/notesMasters/notesMaster1.xml" Id="R0c6c483415444d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04d26109c8414b" /><Relationship Type="http://schemas.openxmlformats.org/officeDocument/2006/relationships/notesMaster" Target="/ppt/notesMasters/notesMaster1.xml" Id="R23c80f424e8044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b4ced66f844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61a68c8bfb4ce2" /><Relationship Type="http://schemas.openxmlformats.org/officeDocument/2006/relationships/slideLayout" Target="/ppt/slideLayouts/slideLayout1.xml" Id="Re3053b2e806542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053b2e806542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0e1597c7d4230" /><Relationship Type="http://schemas.openxmlformats.org/officeDocument/2006/relationships/image" Target="/ppt/media/image.png" Id="Rc3c4bdda3f1b4fcf" /><Relationship Type="http://schemas.openxmlformats.org/officeDocument/2006/relationships/notesSlide" Target="/ppt/notesSlides/notesSlide1.xml" Id="Rccd1a3b861a34e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719004beb43f1" /><Relationship Type="http://schemas.openxmlformats.org/officeDocument/2006/relationships/notesSlide" Target="/ppt/notesSlides/notesSlide2.xml" Id="R352d799f207543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b62ac17c74ade" /><Relationship Type="http://schemas.openxmlformats.org/officeDocument/2006/relationships/notesSlide" Target="/ppt/notesSlides/notesSlide3.xml" Id="R6be9fd72fad644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225f4e42e43d7" /><Relationship Type="http://schemas.openxmlformats.org/officeDocument/2006/relationships/notesSlide" Target="/ppt/notesSlides/notesSlide4.xml" Id="Rfeab3157706e48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5c40bc4e9452e" /><Relationship Type="http://schemas.openxmlformats.org/officeDocument/2006/relationships/notesSlide" Target="/ppt/notesSlides/notesSlide5.xml" Id="Rc1339c43c3604a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070fbd47a4c89" /><Relationship Type="http://schemas.openxmlformats.org/officeDocument/2006/relationships/notesSlide" Target="/ppt/notesSlides/notesSlide6.xml" Id="R5b3e817f173f4b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83704a9504e33" /><Relationship Type="http://schemas.openxmlformats.org/officeDocument/2006/relationships/notesSlide" Target="/ppt/notesSlides/notesSlide7.xml" Id="R977356722e3d47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49695f9e64764" /><Relationship Type="http://schemas.openxmlformats.org/officeDocument/2006/relationships/notesSlide" Target="/ppt/notesSlides/notesSlide8.xml" Id="R2969152a8fb640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228BED76-CDC1-479E-B84F-FFA366A4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c4bdda3f1b4fcf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C6DD4336-CBA2-4454-A0E6-990D7284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4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4A2EC57D-C6F9-4F20-B4B3-F5232DE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Tools, materials and safety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A4EF77B2-22B9-4275-9FBC-65D2BC95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Prepare a safe textile workspace and select each tool for its function.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C6D8D486-FD4E-403C-B416-023A1D00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578715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AE71CF69-9C15-4456-9C83-2B2CBB55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703E715-5140-4DD8-8B00-C66FB60E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169350E-F6C7-403C-806C-4B34544F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23CF65-045F-45C8-B3B2-22EC8F4E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AB1D001-E962-419A-9576-3CEC9E2E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E7C88555-060A-428C-AB9C-1E498D26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2EDBB02A-56A3-4B64-B8A7-3955CF6A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2C592F36-0FD8-4DFE-9DDE-65E098BA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4.1 Safe textile-work routines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25A7E17-26B6-4151-A217-FEBB78D8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215A5FC0-1CF3-40D0-B5FF-B8BD45E2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888F2A68-014B-460B-83A2-B450B124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4.2 Pins, scissors and steam irons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63367375-ECDD-4367-A263-0D512F51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53674D7D-6CB8-469C-86F2-97E127A0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0549D22-C283-4786-9F4B-B07A9906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4.3 A purposeful equipment list</a:t>
            </a:r>
          </a:p>
        </p:txBody>
      </p:sp>
    </p:spTree>
    <p:extLst>
      <p:ext uri="{BB962C8B-B14F-4D97-AF65-F5344CB8AC3E}">
        <p14:creationId xmlns:p14="http://schemas.microsoft.com/office/powerpoint/2010/main" val="20228212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7D1D5C35-1033-48A0-A567-1047DF4F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BE3A0F5-3ADC-4BE8-9EC5-367224E4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B68437A-D485-47A4-90B7-E9DA805A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SECTION 4.1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42490C-D5F0-4CDF-9891-A86E69C6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4.1 Safe textile-work routines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6FE9A1C-78AE-4353-86F9-7DAB90EE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4AAF3832-5B05-427F-A120-6B732E92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10B7F887-4A92-4BE4-9E88-7829B19B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09E55D82-F9BE-4CF5-BD09-7B708254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Before using equipment, secure loose clothing and hair, remove or control jewellery as directed, prepare a clear workspace and ask for the teacher’s demonstration.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1ACDD8C3-20D3-410D-A2D1-5BA317D9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1351A82F-B8AA-4B34-92E6-925E617D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5089EE09-29D1-4C7D-99D4-03741EE1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operator controls the pace and should never use speed to hide uncertainty.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A4FDB123-6580-41A0-AF29-8603A1A7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78E62041-49CE-45DD-8BDF-14602A24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EC093D1C-995C-4910-A251-CC4C8E77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general rule is consistent: do not guess around moving parts.</a:t>
            </a:r>
          </a:p>
        </p:txBody>
      </p:sp>
    </p:spTree>
    <p:extLst>
      <p:ext uri="{BB962C8B-B14F-4D97-AF65-F5344CB8AC3E}">
        <p14:creationId xmlns:p14="http://schemas.microsoft.com/office/powerpoint/2010/main" val="6951034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2020958B-0C94-4D35-81A9-251D146E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4A38DCA2-4716-457C-82E3-A1C7E957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1411157-DE50-4A98-AA7B-406DDEC7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60FE87-9433-4E25-BD62-7D37A072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E1B27BA-42E6-43CF-8276-898983EC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Write the before-sewing safety routine in order.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8228D2EC-4064-4634-8CE2-D4A55315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D7B70568-0A83-4663-A184-00C5E154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D7ADD234-ABB6-40D2-AE5C-AAF2F678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Use the source safety rules and keep model-specific actions under teacher direction.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1F28E566-9C81-403A-A8A7-C51E8FDA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7E9E7D62-A366-4CAB-9A0D-B25A4598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Before sewing I will…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37A315E5-2B69-4E16-9DD4-837E9246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3211979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02E901C4-FAA2-4C81-A1A1-8DD9EE1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FE400ADC-A384-4F25-921C-09A8769E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6AC3F59B-C316-4777-AF32-AC5B4FB5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SECTION 4.2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A47417-2C38-461A-A782-2D8F8AAF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4.2 Pins, scissors and steam irons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2842888-61AD-48C1-B265-C0089866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6250C798-0367-4852-8663-6621C02C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124A6F07-59BC-40A9-A336-BB8DAF88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531BE6BA-4199-4A2C-9D39-A6A1F8EC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Never place pins or needles in your mouth.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4F2A532F-EF2A-4A46-ADDB-C4B772B4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52133473-161B-4CA4-87DE-31E572C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0CF7D879-F72E-4A3A-B55D-0ACEFC3C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Think in zones.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05871421-B5AE-4420-8DFB-0A32A8AD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1E326746-9C10-43D1-B025-67763B97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4049A2D-78E3-4773-917C-1BB5B593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It reduces reaching across hazards, makes missing pins easier to notice and creates space to rotate or support fabric without pulling it.</a:t>
            </a:r>
          </a:p>
        </p:txBody>
      </p:sp>
    </p:spTree>
    <p:extLst>
      <p:ext uri="{BB962C8B-B14F-4D97-AF65-F5344CB8AC3E}">
        <p14:creationId xmlns:p14="http://schemas.microsoft.com/office/powerpoint/2010/main" val="4427216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17855554-0782-4B5E-83DF-6AA04CAC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0C7FDD5-82A5-4B04-BA4F-F7F89359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688B542-D7E4-45AD-AD01-F2641B45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DD62E7-5858-43BE-9AB8-E2893894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DB8E6AB-693B-4202-8AEE-411589A4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Pair six textile-room hazards with specific controls.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A59C7961-70C5-448F-A933-4682EFD4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4F10F356-E1FC-4B72-B8F9-6B4C7A7C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6269D6DD-6CE8-41DA-AE1F-73AE4C07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Include sewing-machine, pin, scissor, iron and electrical examples.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1EB4D283-AD05-4F62-8106-F0AFE27B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250A552D-CAE3-419A-B15F-509135C3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hazard is… I will control it by…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A71F49CA-CC7E-42AD-925A-CEDDC66E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8106121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87594BD2-8E05-4494-A989-9A4719AC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BD394441-0C2A-4854-93BA-35669F41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96E40CE-3920-493D-A47E-26A6455E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4  ·  SECTION 4.3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18D5F5-FE63-4706-BC98-09C69799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4.3 A purposeful equipment list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679CE8-DFAC-42F4-BD50-C573139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782F5772-DA76-4E88-B498-0A00EAEF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56F735C3-1662-423D-B094-D7FF65E3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1558D510-E787-492D-A46A-8F4F7CD5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source folio asks students to record the real lining, closure, outer material and any other materials used.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14C2EBC8-1CFA-4993-A627-6F51B484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D6DFA190-16C8-4BCB-B0DB-35A26960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644B6E35-21A0-4F6B-B8D4-894F9AD5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useful equipment record links each item to a task.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84B75A4F-B0F7-448F-9252-2DE279EA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E3331CC2-91AF-4EF6-BE3F-AB4D0BB9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4A61A15-AA8F-4D9C-A3F1-DD4B33C5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Photographs should show the actual classroom item at a readable scale, with a caption that names what the viewer should notice.</a:t>
            </a:r>
          </a:p>
        </p:txBody>
      </p:sp>
    </p:spTree>
    <p:extLst>
      <p:ext uri="{BB962C8B-B14F-4D97-AF65-F5344CB8AC3E}">
        <p14:creationId xmlns:p14="http://schemas.microsoft.com/office/powerpoint/2010/main" val="560688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B82629E2-0570-443E-8E8F-46E930F4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BE538211-FC8B-4D26-B9D1-8BBE57EE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4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6346FD9E-0B19-44B3-901F-8EB1D686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87BCD4B5-C8A9-4651-A217-3397CFF6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Safety scenario studio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53936FD2-74C5-4187-9905-914F5302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8460653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2026-08-11T12:15:41.5500000Z</dcterms:created>
  <dcterms:modified xsi:type="dcterms:W3CDTF">2026-08-11T12:15:41.5500000Z</dcterms:modified>
</coreProperties>
</file>